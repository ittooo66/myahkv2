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3"/>
  </p:notesMasterIdLst>
  <p:sldIdLst>
    <p:sldId id="256" r:id="rId2"/>
    <p:sldId id="290" r:id="rId3"/>
    <p:sldId id="301" r:id="rId4"/>
    <p:sldId id="298" r:id="rId5"/>
    <p:sldId id="296" r:id="rId6"/>
    <p:sldId id="299" r:id="rId7"/>
    <p:sldId id="302" r:id="rId8"/>
    <p:sldId id="291" r:id="rId9"/>
    <p:sldId id="315" r:id="rId10"/>
    <p:sldId id="326" r:id="rId11"/>
    <p:sldId id="257" r:id="rId12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0EB64BE-48D3-4CCC-B677-ED717F675CF6}">
          <p14:sldIdLst>
            <p14:sldId id="256"/>
          </p14:sldIdLst>
        </p14:section>
        <p14:section name="Key - Essentials" id="{6174291A-784F-45E1-BFE7-F7EA5CF0DD80}">
          <p14:sldIdLst>
            <p14:sldId id="290"/>
            <p14:sldId id="301"/>
            <p14:sldId id="298"/>
          </p14:sldIdLst>
        </p14:section>
        <p14:section name="Key - Additionals" id="{D514A304-DFB3-43F1-8E51-71C8908F8D90}">
          <p14:sldIdLst>
            <p14:sldId id="296"/>
            <p14:sldId id="299"/>
            <p14:sldId id="302"/>
          </p14:sldIdLst>
        </p14:section>
        <p14:section name="Specifics" id="{1131141B-D930-4DC9-9F76-FD762E8D31E0}">
          <p14:sldIdLst>
            <p14:sldId id="291"/>
            <p14:sldId id="315"/>
          </p14:sldIdLst>
        </p14:section>
        <p14:section name="Mouse" id="{0AAD51D3-0BE5-4007-9022-D3725A3255BC}">
          <p14:sldIdLst>
            <p14:sldId id="326"/>
          </p14:sldIdLst>
        </p14:section>
        <p14:section name="Architecture" id="{BA19950A-77AE-47A4-9B93-EDCF2FC35A5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B9B"/>
    <a:srgbClr val="70876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260DB5-1BB5-4617-BF86-41D6DA6C5776}" v="4" dt="2025-11-03T15:33:31.6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中間スタイル 1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6703" autoAdjust="0"/>
    <p:restoredTop sz="96243" autoAdjust="0"/>
  </p:normalViewPr>
  <p:slideViewPr>
    <p:cSldViewPr>
      <p:cViewPr varScale="1">
        <p:scale>
          <a:sx n="123" d="100"/>
          <a:sy n="123" d="100"/>
        </p:scale>
        <p:origin x="396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80" d="100"/>
        <a:sy n="1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 ito" userId="b72e1b45a6eb2453" providerId="LiveId" clId="{4A52BE65-D49D-45EA-8A08-CAF35556917D}"/>
    <pc:docChg chg="undo custSel modSld">
      <pc:chgData name="sh ito" userId="b72e1b45a6eb2453" providerId="LiveId" clId="{4A52BE65-D49D-45EA-8A08-CAF35556917D}" dt="2025-11-03T15:59:02.309" v="84" actId="20577"/>
      <pc:docMkLst>
        <pc:docMk/>
      </pc:docMkLst>
      <pc:sldChg chg="delSp modSp mod">
        <pc:chgData name="sh ito" userId="b72e1b45a6eb2453" providerId="LiveId" clId="{4A52BE65-D49D-45EA-8A08-CAF35556917D}" dt="2025-11-03T15:33:31.603" v="4" actId="1076"/>
        <pc:sldMkLst>
          <pc:docMk/>
          <pc:sldMk cId="3222679408" sldId="256"/>
        </pc:sldMkLst>
        <pc:spChg chg="mod">
          <ac:chgData name="sh ito" userId="b72e1b45a6eb2453" providerId="LiveId" clId="{4A52BE65-D49D-45EA-8A08-CAF35556917D}" dt="2025-11-03T15:33:20.740" v="2" actId="20577"/>
          <ac:spMkLst>
            <pc:docMk/>
            <pc:sldMk cId="3222679408" sldId="256"/>
            <ac:spMk id="3" creationId="{00000000-0000-0000-0000-000000000000}"/>
          </ac:spMkLst>
        </pc:spChg>
        <pc:picChg chg="mod">
          <ac:chgData name="sh ito" userId="b72e1b45a6eb2453" providerId="LiveId" clId="{4A52BE65-D49D-45EA-8A08-CAF35556917D}" dt="2025-11-03T15:33:29.739" v="3" actId="1076"/>
          <ac:picMkLst>
            <pc:docMk/>
            <pc:sldMk cId="3222679408" sldId="256"/>
            <ac:picMk id="4" creationId="{1E0021CC-B416-407B-BF67-8E08CB13C180}"/>
          </ac:picMkLst>
        </pc:picChg>
        <pc:picChg chg="mod">
          <ac:chgData name="sh ito" userId="b72e1b45a6eb2453" providerId="LiveId" clId="{4A52BE65-D49D-45EA-8A08-CAF35556917D}" dt="2025-11-03T15:33:31.603" v="4" actId="1076"/>
          <ac:picMkLst>
            <pc:docMk/>
            <pc:sldMk cId="3222679408" sldId="256"/>
            <ac:picMk id="6" creationId="{0711A49F-2FEB-429A-BEC2-DF37D171F4C2}"/>
          </ac:picMkLst>
        </pc:picChg>
        <pc:picChg chg="del">
          <ac:chgData name="sh ito" userId="b72e1b45a6eb2453" providerId="LiveId" clId="{4A52BE65-D49D-45EA-8A08-CAF35556917D}" dt="2025-11-03T15:33:11.563" v="0" actId="478"/>
          <ac:picMkLst>
            <pc:docMk/>
            <pc:sldMk cId="3222679408" sldId="256"/>
            <ac:picMk id="1026" creationId="{C590DD7D-E8C4-1A8D-2A1D-62AA87C4DDAE}"/>
          </ac:picMkLst>
        </pc:picChg>
      </pc:sldChg>
      <pc:sldChg chg="modSp mod">
        <pc:chgData name="sh ito" userId="b72e1b45a6eb2453" providerId="LiveId" clId="{4A52BE65-D49D-45EA-8A08-CAF35556917D}" dt="2025-11-03T15:59:02.309" v="84" actId="20577"/>
        <pc:sldMkLst>
          <pc:docMk/>
          <pc:sldMk cId="2173051432" sldId="298"/>
        </pc:sldMkLst>
        <pc:spChg chg="mod">
          <ac:chgData name="sh ito" userId="b72e1b45a6eb2453" providerId="LiveId" clId="{4A52BE65-D49D-45EA-8A08-CAF35556917D}" dt="2025-11-03T15:59:00.239" v="82" actId="20577"/>
          <ac:spMkLst>
            <pc:docMk/>
            <pc:sldMk cId="2173051432" sldId="298"/>
            <ac:spMk id="6" creationId="{00000000-0000-0000-0000-000000000000}"/>
          </ac:spMkLst>
        </pc:spChg>
        <pc:spChg chg="mod">
          <ac:chgData name="sh ito" userId="b72e1b45a6eb2453" providerId="LiveId" clId="{4A52BE65-D49D-45EA-8A08-CAF35556917D}" dt="2025-11-03T15:59:01.374" v="83" actId="20577"/>
          <ac:spMkLst>
            <pc:docMk/>
            <pc:sldMk cId="2173051432" sldId="298"/>
            <ac:spMk id="7" creationId="{00000000-0000-0000-0000-000000000000}"/>
          </ac:spMkLst>
        </pc:spChg>
        <pc:spChg chg="mod">
          <ac:chgData name="sh ito" userId="b72e1b45a6eb2453" providerId="LiveId" clId="{4A52BE65-D49D-45EA-8A08-CAF35556917D}" dt="2025-11-03T15:59:02.309" v="84" actId="20577"/>
          <ac:spMkLst>
            <pc:docMk/>
            <pc:sldMk cId="2173051432" sldId="298"/>
            <ac:spMk id="8" creationId="{00000000-0000-0000-0000-000000000000}"/>
          </ac:spMkLst>
        </pc:spChg>
      </pc:sldChg>
      <pc:sldChg chg="modSp mod">
        <pc:chgData name="sh ito" userId="b72e1b45a6eb2453" providerId="LiveId" clId="{4A52BE65-D49D-45EA-8A08-CAF35556917D}" dt="2025-11-03T15:57:16.719" v="81" actId="20577"/>
        <pc:sldMkLst>
          <pc:docMk/>
          <pc:sldMk cId="625981191" sldId="326"/>
        </pc:sldMkLst>
        <pc:graphicFrameChg chg="modGraphic">
          <ac:chgData name="sh ito" userId="b72e1b45a6eb2453" providerId="LiveId" clId="{4A52BE65-D49D-45EA-8A08-CAF35556917D}" dt="2025-11-03T15:57:16.719" v="81" actId="20577"/>
          <ac:graphicFrameMkLst>
            <pc:docMk/>
            <pc:sldMk cId="625981191" sldId="326"/>
            <ac:graphicFrameMk id="7" creationId="{749BB436-C47B-43C6-B283-0FDFDFDDF7A2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B15ECE-60C4-45D4-8ABC-DDA7D4F33EF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FB55F5-4E42-4572-805F-119E805B59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2960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FB55F5-4E42-4572-805F-119E805B59B2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19479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FB55F5-4E42-4572-805F-119E805B59B2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36087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ja-JP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FB55F5-4E42-4572-805F-119E805B59B2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85539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FB55F5-4E42-4572-805F-119E805B59B2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8245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FB55F5-4E42-4572-805F-119E805B59B2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79793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FB55F5-4E42-4572-805F-119E805B59B2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25033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FB55F5-4E42-4572-805F-119E805B59B2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1996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4C7EE-3C5D-4F47-A8DE-21B759CA57C5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CB454-97E8-4284-8CC6-C4710C0AEB6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8142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4C7EE-3C5D-4F47-A8DE-21B759CA57C5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CB454-97E8-4284-8CC6-C4710C0AEB6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86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6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4C7EE-3C5D-4F47-A8DE-21B759CA57C5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CB454-97E8-4284-8CC6-C4710C0AEB6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4150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4C7EE-3C5D-4F47-A8DE-21B759CA57C5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CB454-97E8-4284-8CC6-C4710C0AEB6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4056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8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4C7EE-3C5D-4F47-A8DE-21B759CA57C5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CB454-97E8-4284-8CC6-C4710C0AEB6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2265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4C7EE-3C5D-4F47-A8DE-21B759CA57C5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CB454-97E8-4284-8CC6-C4710C0AEB6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2649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4C7EE-3C5D-4F47-A8DE-21B759CA57C5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CB454-97E8-4284-8CC6-C4710C0AEB6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72196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4C7EE-3C5D-4F47-A8DE-21B759CA57C5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CB454-97E8-4284-8CC6-C4710C0AEB6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532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8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4C7EE-3C5D-4F47-A8DE-21B759CA57C5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CB454-97E8-4284-8CC6-C4710C0AEB6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646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4C7EE-3C5D-4F47-A8DE-21B759CA57C5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CB454-97E8-4284-8CC6-C4710C0AEB6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0067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4C7EE-3C5D-4F47-A8DE-21B759CA57C5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CB454-97E8-4284-8CC6-C4710C0AEB6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918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8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B4C7EE-3C5D-4F47-A8DE-21B759CA57C5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3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4CB454-97E8-4284-8CC6-C4710C0AEB6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4325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jpeg"/><Relationship Id="rId1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364CB09-D5B8-4380-BA90-3356EC020A2A}"/>
              </a:ext>
            </a:extLst>
          </p:cNvPr>
          <p:cNvSpPr/>
          <p:nvPr/>
        </p:nvSpPr>
        <p:spPr>
          <a:xfrm>
            <a:off x="716016" y="4365105"/>
            <a:ext cx="7812977" cy="2160238"/>
          </a:xfrm>
          <a:prstGeom prst="roundRect">
            <a:avLst>
              <a:gd name="adj" fmla="val 3585"/>
            </a:avLst>
          </a:prstGeom>
          <a:solidFill>
            <a:schemeClr val="bg1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0120" y="1124744"/>
            <a:ext cx="7848872" cy="1368152"/>
          </a:xfrm>
        </p:spPr>
        <p:txBody>
          <a:bodyPr>
            <a:noAutofit/>
          </a:bodyPr>
          <a:lstStyle/>
          <a:p>
            <a:r>
              <a:rPr lang="en-US" altLang="ja-JP" sz="4800">
                <a:solidFill>
                  <a:schemeClr val="bg1"/>
                </a:solidFill>
                <a:latin typeface="+mj-ea"/>
                <a:cs typeface="Courier New" panose="02070309020205020404" pitchFamily="49" charset="0"/>
              </a:rPr>
              <a:t>Key &amp;</a:t>
            </a:r>
            <a:r>
              <a:rPr lang="ja-JP" altLang="en-US" sz="4800">
                <a:solidFill>
                  <a:schemeClr val="bg1"/>
                </a:solidFill>
                <a:latin typeface="+mj-ea"/>
                <a:cs typeface="Courier New" panose="02070309020205020404" pitchFamily="49" charset="0"/>
              </a:rPr>
              <a:t> </a:t>
            </a:r>
            <a:r>
              <a:rPr lang="en-US" altLang="ja-JP" sz="4800">
                <a:solidFill>
                  <a:schemeClr val="bg1"/>
                </a:solidFill>
                <a:latin typeface="+mj-ea"/>
                <a:cs typeface="Courier New" panose="02070309020205020404" pitchFamily="49" charset="0"/>
              </a:rPr>
              <a:t>Mouse Bindings</a:t>
            </a:r>
            <a:endParaRPr lang="ja-JP" altLang="en-US" sz="4800">
              <a:solidFill>
                <a:schemeClr val="bg1"/>
              </a:solidFill>
              <a:latin typeface="+mj-ea"/>
              <a:cs typeface="Courier New" panose="02070309020205020404" pitchFamily="49" charset="0"/>
            </a:endParaRP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683582" y="3212976"/>
            <a:ext cx="5776836" cy="923430"/>
          </a:xfrm>
        </p:spPr>
        <p:txBody>
          <a:bodyPr>
            <a:normAutofit/>
          </a:bodyPr>
          <a:lstStyle/>
          <a:p>
            <a:r>
              <a:rPr lang="en-US" altLang="ja-JP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Supported </a:t>
            </a:r>
            <a:r>
              <a:rPr lang="en-US" altLang="ja-JP">
                <a:solidFill>
                  <a:schemeClr val="bg1">
                    <a:lumMod val="65000"/>
                  </a:schemeClr>
                </a:solidFill>
                <a:latin typeface="+mn-ea"/>
              </a:rPr>
              <a:t>by </a:t>
            </a:r>
            <a:r>
              <a:rPr lang="en-US" altLang="ja-JP" b="1">
                <a:solidFill>
                  <a:schemeClr val="accent5">
                    <a:lumMod val="60000"/>
                    <a:lumOff val="40000"/>
                  </a:schemeClr>
                </a:solidFill>
                <a:latin typeface="+mn-ea"/>
              </a:rPr>
              <a:t>AHK v2 </a:t>
            </a:r>
            <a:r>
              <a:rPr kumimoji="1" lang="en-US" altLang="ja-JP">
                <a:solidFill>
                  <a:schemeClr val="bg1">
                    <a:lumMod val="65000"/>
                  </a:schemeClr>
                </a:solidFill>
                <a:latin typeface="+mn-ea"/>
              </a:rPr>
              <a:t>on </a:t>
            </a:r>
            <a:r>
              <a:rPr kumimoji="1" lang="en-US" altLang="ja-JP" b="1">
                <a:solidFill>
                  <a:schemeClr val="accent5">
                    <a:lumMod val="60000"/>
                    <a:lumOff val="40000"/>
                  </a:schemeClr>
                </a:solidFill>
                <a:latin typeface="+mn-ea"/>
              </a:rPr>
              <a:t>Windows</a:t>
            </a:r>
            <a:r>
              <a:rPr kumimoji="1" lang="ja-JP" altLang="en-US" b="1">
                <a:solidFill>
                  <a:schemeClr val="accent5">
                    <a:lumMod val="60000"/>
                    <a:lumOff val="40000"/>
                  </a:schemeClr>
                </a:solidFill>
                <a:latin typeface="+mn-ea"/>
              </a:rPr>
              <a:t> </a:t>
            </a:r>
            <a:endParaRPr kumimoji="1" lang="en-US" altLang="ja-JP" b="1" dirty="0">
              <a:solidFill>
                <a:schemeClr val="accent5">
                  <a:lumMod val="60000"/>
                  <a:lumOff val="40000"/>
                </a:schemeClr>
              </a:solidFill>
              <a:latin typeface="+mn-ea"/>
            </a:endParaRPr>
          </a:p>
          <a:p>
            <a:r>
              <a:rPr lang="en-US" altLang="ja-JP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for</a:t>
            </a:r>
            <a:r>
              <a:rPr lang="en-US" altLang="ja-JP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n-ea"/>
              </a:rPr>
              <a:t> HHKB</a:t>
            </a:r>
            <a:r>
              <a:rPr lang="ja-JP" altLang="en-US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n-ea"/>
              </a:rPr>
              <a:t> </a:t>
            </a:r>
            <a:r>
              <a:rPr lang="en-US" altLang="ja-JP">
                <a:solidFill>
                  <a:schemeClr val="bg1">
                    <a:lumMod val="65000"/>
                  </a:schemeClr>
                </a:solidFill>
                <a:latin typeface="+mn-ea"/>
              </a:rPr>
              <a:t>&amp;</a:t>
            </a:r>
            <a:r>
              <a:rPr lang="en-US" altLang="ja-JP" b="1">
                <a:solidFill>
                  <a:schemeClr val="accent5">
                    <a:lumMod val="60000"/>
                    <a:lumOff val="40000"/>
                  </a:schemeClr>
                </a:solidFill>
                <a:latin typeface="+mn-ea"/>
              </a:rPr>
              <a:t> GPRO</a:t>
            </a:r>
            <a:endParaRPr kumimoji="1" lang="en-US" altLang="ja-JP" b="1" dirty="0">
              <a:solidFill>
                <a:schemeClr val="accent5">
                  <a:lumMod val="60000"/>
                  <a:lumOff val="40000"/>
                </a:schemeClr>
              </a:solidFill>
              <a:latin typeface="+mn-ea"/>
            </a:endParaRPr>
          </a:p>
        </p:txBody>
      </p:sp>
      <p:pic>
        <p:nvPicPr>
          <p:cNvPr id="4" name="Picture 2" descr="https://www.pfu.fujitsu.com/hhkeyboard/leaflet/images/pro2nl_sumi_a_l.jpg">
            <a:extLst>
              <a:ext uri="{FF2B5EF4-FFF2-40B4-BE49-F238E27FC236}">
                <a16:creationId xmlns:a16="http://schemas.microsoft.com/office/drawing/2014/main" id="{1E0021CC-B416-407B-BF67-8E08CB13C1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74" t="17063" r="2782" b="16109"/>
          <a:stretch/>
        </p:blipFill>
        <p:spPr bwMode="auto">
          <a:xfrm>
            <a:off x="1324309" y="4581130"/>
            <a:ext cx="4607426" cy="1694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「pro wireless」の画像検索結果">
            <a:extLst>
              <a:ext uri="{FF2B5EF4-FFF2-40B4-BE49-F238E27FC236}">
                <a16:creationId xmlns:a16="http://schemas.microsoft.com/office/drawing/2014/main" id="{0711A49F-2FEB-429A-BEC2-DF37D171F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240" y="4604944"/>
            <a:ext cx="872194" cy="1720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2679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角丸四角形 5"/>
          <p:cNvSpPr/>
          <p:nvPr/>
        </p:nvSpPr>
        <p:spPr>
          <a:xfrm>
            <a:off x="57554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Esc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角丸四角形 6"/>
          <p:cNvSpPr/>
          <p:nvPr/>
        </p:nvSpPr>
        <p:spPr>
          <a:xfrm>
            <a:off x="1112123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1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角丸四角形 7"/>
          <p:cNvSpPr/>
          <p:nvPr/>
        </p:nvSpPr>
        <p:spPr>
          <a:xfrm>
            <a:off x="1648704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2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角丸四角形 8"/>
          <p:cNvSpPr/>
          <p:nvPr/>
        </p:nvSpPr>
        <p:spPr>
          <a:xfrm>
            <a:off x="2185285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3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角丸四角形 9"/>
          <p:cNvSpPr/>
          <p:nvPr/>
        </p:nvSpPr>
        <p:spPr>
          <a:xfrm>
            <a:off x="2721866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4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角丸四角形 21"/>
          <p:cNvSpPr/>
          <p:nvPr/>
        </p:nvSpPr>
        <p:spPr>
          <a:xfrm>
            <a:off x="1364212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q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角丸四角形 22"/>
          <p:cNvSpPr/>
          <p:nvPr/>
        </p:nvSpPr>
        <p:spPr>
          <a:xfrm>
            <a:off x="1900793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w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4" name="角丸四角形 23"/>
          <p:cNvSpPr/>
          <p:nvPr/>
        </p:nvSpPr>
        <p:spPr>
          <a:xfrm>
            <a:off x="2437374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e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角丸四角形 24"/>
          <p:cNvSpPr/>
          <p:nvPr/>
        </p:nvSpPr>
        <p:spPr>
          <a:xfrm>
            <a:off x="2973955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r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5" name="角丸四角形 34"/>
          <p:cNvSpPr/>
          <p:nvPr/>
        </p:nvSpPr>
        <p:spPr>
          <a:xfrm>
            <a:off x="569441" y="3895694"/>
            <a:ext cx="72277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Tab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6" name="角丸四角形 35"/>
          <p:cNvSpPr/>
          <p:nvPr/>
        </p:nvSpPr>
        <p:spPr>
          <a:xfrm>
            <a:off x="154709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a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7" name="角丸四角形 36"/>
          <p:cNvSpPr/>
          <p:nvPr/>
        </p:nvSpPr>
        <p:spPr>
          <a:xfrm>
            <a:off x="2083673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s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8" name="角丸四角形 37"/>
          <p:cNvSpPr/>
          <p:nvPr/>
        </p:nvSpPr>
        <p:spPr>
          <a:xfrm>
            <a:off x="2620254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d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9" name="角丸四角形 48"/>
          <p:cNvSpPr/>
          <p:nvPr/>
        </p:nvSpPr>
        <p:spPr>
          <a:xfrm>
            <a:off x="569441" y="4421474"/>
            <a:ext cx="90565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CAPS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0" name="角丸四角形 49"/>
          <p:cNvSpPr/>
          <p:nvPr/>
        </p:nvSpPr>
        <p:spPr>
          <a:xfrm>
            <a:off x="1794537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z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1" name="角丸四角形 50"/>
          <p:cNvSpPr/>
          <p:nvPr/>
        </p:nvSpPr>
        <p:spPr>
          <a:xfrm>
            <a:off x="2331118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x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2" name="角丸四角形 51"/>
          <p:cNvSpPr/>
          <p:nvPr/>
        </p:nvSpPr>
        <p:spPr>
          <a:xfrm>
            <a:off x="2867699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c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61" name="角丸四角形 60"/>
          <p:cNvSpPr/>
          <p:nvPr/>
        </p:nvSpPr>
        <p:spPr>
          <a:xfrm>
            <a:off x="569442" y="4947254"/>
            <a:ext cx="115309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LSHIFT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63" name="角丸四角形 62"/>
          <p:cNvSpPr/>
          <p:nvPr/>
        </p:nvSpPr>
        <p:spPr>
          <a:xfrm>
            <a:off x="1366997" y="547303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Alt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68" name="角丸四角形 67"/>
          <p:cNvSpPr/>
          <p:nvPr/>
        </p:nvSpPr>
        <p:spPr>
          <a:xfrm>
            <a:off x="1900794" y="5473034"/>
            <a:ext cx="749080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Ctrl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69" name="角丸四角形 68"/>
          <p:cNvSpPr/>
          <p:nvPr/>
        </p:nvSpPr>
        <p:spPr>
          <a:xfrm>
            <a:off x="2727795" y="5473034"/>
            <a:ext cx="3135639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SPACE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角丸四角形 10"/>
          <p:cNvSpPr/>
          <p:nvPr/>
        </p:nvSpPr>
        <p:spPr>
          <a:xfrm>
            <a:off x="3258447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5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角丸四角形 11"/>
          <p:cNvSpPr/>
          <p:nvPr/>
        </p:nvSpPr>
        <p:spPr>
          <a:xfrm>
            <a:off x="3795028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6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角丸四角形 12"/>
          <p:cNvSpPr/>
          <p:nvPr/>
        </p:nvSpPr>
        <p:spPr>
          <a:xfrm>
            <a:off x="4331609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7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角丸四角形 13"/>
          <p:cNvSpPr/>
          <p:nvPr/>
        </p:nvSpPr>
        <p:spPr>
          <a:xfrm>
            <a:off x="4868190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8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角丸四角形 14"/>
          <p:cNvSpPr/>
          <p:nvPr/>
        </p:nvSpPr>
        <p:spPr>
          <a:xfrm>
            <a:off x="5404771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9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角丸四角形 15"/>
          <p:cNvSpPr/>
          <p:nvPr/>
        </p:nvSpPr>
        <p:spPr>
          <a:xfrm>
            <a:off x="594135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0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角丸四角形 16"/>
          <p:cNvSpPr/>
          <p:nvPr/>
        </p:nvSpPr>
        <p:spPr>
          <a:xfrm>
            <a:off x="6477933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-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角丸四角形 17"/>
          <p:cNvSpPr/>
          <p:nvPr/>
        </p:nvSpPr>
        <p:spPr>
          <a:xfrm>
            <a:off x="7014514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=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角丸四角形 18"/>
          <p:cNvSpPr/>
          <p:nvPr/>
        </p:nvSpPr>
        <p:spPr>
          <a:xfrm>
            <a:off x="7551095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\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角丸四角形 19"/>
          <p:cNvSpPr/>
          <p:nvPr/>
        </p:nvSpPr>
        <p:spPr>
          <a:xfrm>
            <a:off x="8087682" y="3369914"/>
            <a:ext cx="464588" cy="465380"/>
          </a:xfrm>
          <a:prstGeom prst="roundRect">
            <a:avLst/>
          </a:prstGeom>
          <a:solidFill>
            <a:srgbClr val="7030A0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Del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角丸四角形 25"/>
          <p:cNvSpPr/>
          <p:nvPr/>
        </p:nvSpPr>
        <p:spPr>
          <a:xfrm>
            <a:off x="3510536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7" name="角丸四角形 26"/>
          <p:cNvSpPr/>
          <p:nvPr/>
        </p:nvSpPr>
        <p:spPr>
          <a:xfrm>
            <a:off x="4047117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y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4583698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u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5120279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i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0" name="角丸四角形 29"/>
          <p:cNvSpPr/>
          <p:nvPr/>
        </p:nvSpPr>
        <p:spPr>
          <a:xfrm>
            <a:off x="5656860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o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1" name="角丸四角形 30"/>
          <p:cNvSpPr/>
          <p:nvPr/>
        </p:nvSpPr>
        <p:spPr>
          <a:xfrm>
            <a:off x="6193441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p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6730022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[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3" name="角丸四角形 32"/>
          <p:cNvSpPr/>
          <p:nvPr/>
        </p:nvSpPr>
        <p:spPr>
          <a:xfrm>
            <a:off x="7266603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]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角丸四角形 33"/>
          <p:cNvSpPr/>
          <p:nvPr/>
        </p:nvSpPr>
        <p:spPr>
          <a:xfrm>
            <a:off x="7803185" y="3895694"/>
            <a:ext cx="749085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BS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9" name="角丸四角形 38"/>
          <p:cNvSpPr/>
          <p:nvPr/>
        </p:nvSpPr>
        <p:spPr>
          <a:xfrm>
            <a:off x="3156835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 u="sng">
                <a:solidFill>
                  <a:schemeClr val="bg1"/>
                </a:solidFill>
                <a:latin typeface="Consolas" panose="020B0609020204030204" pitchFamily="49" charset="0"/>
              </a:rPr>
              <a:t>f</a:t>
            </a:r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0" name="角丸四角形 39"/>
          <p:cNvSpPr/>
          <p:nvPr/>
        </p:nvSpPr>
        <p:spPr>
          <a:xfrm>
            <a:off x="3693416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g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1" name="角丸四角形 40"/>
          <p:cNvSpPr/>
          <p:nvPr/>
        </p:nvSpPr>
        <p:spPr>
          <a:xfrm>
            <a:off x="4229997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h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2" name="角丸四角形 41"/>
          <p:cNvSpPr/>
          <p:nvPr/>
        </p:nvSpPr>
        <p:spPr>
          <a:xfrm>
            <a:off x="4766578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 u="sng">
                <a:solidFill>
                  <a:schemeClr val="bg1"/>
                </a:solidFill>
                <a:latin typeface="Consolas" panose="020B0609020204030204" pitchFamily="49" charset="0"/>
              </a:rPr>
              <a:t>j</a:t>
            </a:r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3" name="角丸四角形 42"/>
          <p:cNvSpPr/>
          <p:nvPr/>
        </p:nvSpPr>
        <p:spPr>
          <a:xfrm>
            <a:off x="5303159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k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5839740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l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5" name="角丸四角形 44"/>
          <p:cNvSpPr/>
          <p:nvPr/>
        </p:nvSpPr>
        <p:spPr>
          <a:xfrm>
            <a:off x="6376321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;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6" name="角丸四角形 45"/>
          <p:cNvSpPr/>
          <p:nvPr/>
        </p:nvSpPr>
        <p:spPr>
          <a:xfrm>
            <a:off x="691290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‘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7" name="角丸四角形 46"/>
          <p:cNvSpPr/>
          <p:nvPr/>
        </p:nvSpPr>
        <p:spPr>
          <a:xfrm>
            <a:off x="7449483" y="4421474"/>
            <a:ext cx="1102786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return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3" name="角丸四角形 52"/>
          <p:cNvSpPr/>
          <p:nvPr/>
        </p:nvSpPr>
        <p:spPr>
          <a:xfrm>
            <a:off x="3404280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v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4" name="角丸四角形 53"/>
          <p:cNvSpPr/>
          <p:nvPr/>
        </p:nvSpPr>
        <p:spPr>
          <a:xfrm>
            <a:off x="3940861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b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5" name="角丸四角形 54"/>
          <p:cNvSpPr/>
          <p:nvPr/>
        </p:nvSpPr>
        <p:spPr>
          <a:xfrm>
            <a:off x="4477442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n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6" name="角丸四角形 55"/>
          <p:cNvSpPr/>
          <p:nvPr/>
        </p:nvSpPr>
        <p:spPr>
          <a:xfrm>
            <a:off x="5014023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m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7" name="角丸四角形 56"/>
          <p:cNvSpPr/>
          <p:nvPr/>
        </p:nvSpPr>
        <p:spPr>
          <a:xfrm>
            <a:off x="5550604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,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8" name="角丸四角形 57"/>
          <p:cNvSpPr/>
          <p:nvPr/>
        </p:nvSpPr>
        <p:spPr>
          <a:xfrm>
            <a:off x="6087185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.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9" name="角丸四角形 58"/>
          <p:cNvSpPr/>
          <p:nvPr/>
        </p:nvSpPr>
        <p:spPr>
          <a:xfrm>
            <a:off x="6623766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/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60" name="角丸四角形 59"/>
          <p:cNvSpPr/>
          <p:nvPr/>
        </p:nvSpPr>
        <p:spPr>
          <a:xfrm>
            <a:off x="7152803" y="4947254"/>
            <a:ext cx="855337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RSHIFT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62" name="角丸四角形 61"/>
          <p:cNvSpPr/>
          <p:nvPr/>
        </p:nvSpPr>
        <p:spPr>
          <a:xfrm>
            <a:off x="8087682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Fn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67" name="角丸四角形 66"/>
          <p:cNvSpPr/>
          <p:nvPr/>
        </p:nvSpPr>
        <p:spPr>
          <a:xfrm>
            <a:off x="6730023" y="5473034"/>
            <a:ext cx="464588" cy="465380"/>
          </a:xfrm>
          <a:prstGeom prst="roundRect">
            <a:avLst/>
          </a:prstGeom>
          <a:solidFill>
            <a:srgbClr val="7030A0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Win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0" name="角丸四角形 69"/>
          <p:cNvSpPr/>
          <p:nvPr/>
        </p:nvSpPr>
        <p:spPr>
          <a:xfrm>
            <a:off x="5933806" y="5473034"/>
            <a:ext cx="710750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RCMD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D9F57C85-9187-B81A-ACD1-194AAB404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8"/>
            <a:ext cx="7886700" cy="1325563"/>
          </a:xfrm>
        </p:spPr>
        <p:txBody>
          <a:bodyPr anchor="t">
            <a:normAutofit/>
          </a:bodyPr>
          <a:lstStyle/>
          <a:p>
            <a:r>
              <a:rPr lang="en-US" altLang="ja-JP" sz="4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Default</a:t>
            </a:r>
            <a:br>
              <a:rPr lang="en-US" altLang="ja-JP" sz="4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</a:br>
            <a: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※AHK</a:t>
            </a:r>
            <a:r>
              <a:rPr lang="ja-JP" altLang="en-US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によるベース</a:t>
            </a:r>
            <a:r>
              <a:rPr lang="ja-JP" altLang="en-US" sz="2000">
                <a:solidFill>
                  <a:schemeClr val="bg1"/>
                </a:solidFill>
                <a:latin typeface="+mn-ea"/>
                <a:cs typeface="Courier New" panose="02070309020205020404" pitchFamily="49" charset="0"/>
              </a:rPr>
              <a:t>変</a:t>
            </a:r>
            <a:r>
              <a:rPr lang="ja-JP" altLang="en-US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更は紫</a:t>
            </a:r>
            <a:endParaRPr lang="en-US" altLang="ja-JP" sz="40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1482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 anchor="t">
            <a:noAutofit/>
          </a:bodyPr>
          <a:lstStyle/>
          <a:p>
            <a:r>
              <a:rPr lang="en-US" altLang="ja-JP" sz="4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Layer 2</a:t>
            </a:r>
            <a:br>
              <a:rPr lang="en-US" altLang="ja-JP" sz="4000" b="1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</a:br>
            <a: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RCMD | CAPS</a:t>
            </a:r>
            <a:endParaRPr lang="en-US" altLang="ja-JP" sz="40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7" name="角丸四角形 6"/>
          <p:cNvSpPr/>
          <p:nvPr/>
        </p:nvSpPr>
        <p:spPr>
          <a:xfrm>
            <a:off x="1112123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F1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角丸四角形 7"/>
          <p:cNvSpPr/>
          <p:nvPr/>
        </p:nvSpPr>
        <p:spPr>
          <a:xfrm>
            <a:off x="1648704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F2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角丸四角形 8"/>
          <p:cNvSpPr/>
          <p:nvPr/>
        </p:nvSpPr>
        <p:spPr>
          <a:xfrm>
            <a:off x="2185285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F3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角丸四角形 9"/>
          <p:cNvSpPr/>
          <p:nvPr/>
        </p:nvSpPr>
        <p:spPr>
          <a:xfrm>
            <a:off x="2721866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F4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角丸四角形 10"/>
          <p:cNvSpPr/>
          <p:nvPr/>
        </p:nvSpPr>
        <p:spPr>
          <a:xfrm>
            <a:off x="3258447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F5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角丸四角形 11"/>
          <p:cNvSpPr/>
          <p:nvPr/>
        </p:nvSpPr>
        <p:spPr>
          <a:xfrm>
            <a:off x="3795028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F6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角丸四角形 12"/>
          <p:cNvSpPr/>
          <p:nvPr/>
        </p:nvSpPr>
        <p:spPr>
          <a:xfrm>
            <a:off x="4331609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F7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角丸四角形 13"/>
          <p:cNvSpPr/>
          <p:nvPr/>
        </p:nvSpPr>
        <p:spPr>
          <a:xfrm>
            <a:off x="4868190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F8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角丸四角形 14"/>
          <p:cNvSpPr/>
          <p:nvPr/>
        </p:nvSpPr>
        <p:spPr>
          <a:xfrm>
            <a:off x="5404771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F9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角丸四角形 15"/>
          <p:cNvSpPr/>
          <p:nvPr/>
        </p:nvSpPr>
        <p:spPr>
          <a:xfrm>
            <a:off x="594135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F10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角丸四角形 16"/>
          <p:cNvSpPr/>
          <p:nvPr/>
        </p:nvSpPr>
        <p:spPr>
          <a:xfrm>
            <a:off x="6477933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F11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角丸四角形 17"/>
          <p:cNvSpPr/>
          <p:nvPr/>
        </p:nvSpPr>
        <p:spPr>
          <a:xfrm>
            <a:off x="7014514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F12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角丸四角形 19"/>
          <p:cNvSpPr/>
          <p:nvPr/>
        </p:nvSpPr>
        <p:spPr>
          <a:xfrm>
            <a:off x="808768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IME|</a:t>
            </a: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後列消</a:t>
            </a:r>
          </a:p>
        </p:txBody>
      </p:sp>
      <p:sp>
        <p:nvSpPr>
          <p:cNvPr id="22" name="角丸四角形 21"/>
          <p:cNvSpPr/>
          <p:nvPr/>
        </p:nvSpPr>
        <p:spPr>
          <a:xfrm>
            <a:off x="1364212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BS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角丸四角形 22"/>
          <p:cNvSpPr/>
          <p:nvPr/>
        </p:nvSpPr>
        <p:spPr>
          <a:xfrm>
            <a:off x="1900793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Home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4" name="角丸四角形 23"/>
          <p:cNvSpPr/>
          <p:nvPr/>
        </p:nvSpPr>
        <p:spPr>
          <a:xfrm>
            <a:off x="2437374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</a:rPr>
              <a:t>↑</a:t>
            </a:r>
          </a:p>
        </p:txBody>
      </p:sp>
      <p:sp>
        <p:nvSpPr>
          <p:cNvPr id="25" name="角丸四角形 24"/>
          <p:cNvSpPr/>
          <p:nvPr/>
        </p:nvSpPr>
        <p:spPr>
          <a:xfrm>
            <a:off x="2973955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End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角丸四角形 25"/>
          <p:cNvSpPr/>
          <p:nvPr/>
        </p:nvSpPr>
        <p:spPr>
          <a:xfrm>
            <a:off x="3510536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Return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4583698" y="3895694"/>
            <a:ext cx="464588" cy="465380"/>
          </a:xfrm>
          <a:prstGeom prst="roundRect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rgbClr val="00B0F0"/>
                </a:solidFill>
                <a:latin typeface="Consolas" panose="020B0609020204030204" pitchFamily="49" charset="0"/>
              </a:rPr>
              <a:t>7</a:t>
            </a:r>
            <a:endParaRPr lang="ja-JP" altLang="en-US" sz="1600">
              <a:solidFill>
                <a:srgbClr val="00B0F0"/>
              </a:solidFill>
              <a:latin typeface="Consolas" panose="020B0609020204030204" pitchFamily="49" charset="0"/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5120279" y="3895694"/>
            <a:ext cx="464588" cy="465380"/>
          </a:xfrm>
          <a:prstGeom prst="roundRect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rgbClr val="00B0F0"/>
                </a:solidFill>
                <a:latin typeface="Consolas" panose="020B0609020204030204" pitchFamily="49" charset="0"/>
              </a:rPr>
              <a:t>8</a:t>
            </a:r>
            <a:endParaRPr lang="ja-JP" altLang="en-US" sz="1600">
              <a:solidFill>
                <a:srgbClr val="00B0F0"/>
              </a:solidFill>
              <a:latin typeface="Consolas" panose="020B0609020204030204" pitchFamily="49" charset="0"/>
            </a:endParaRPr>
          </a:p>
        </p:txBody>
      </p:sp>
      <p:sp>
        <p:nvSpPr>
          <p:cNvPr id="30" name="角丸四角形 29"/>
          <p:cNvSpPr/>
          <p:nvPr/>
        </p:nvSpPr>
        <p:spPr>
          <a:xfrm>
            <a:off x="5656860" y="3895694"/>
            <a:ext cx="464588" cy="465380"/>
          </a:xfrm>
          <a:prstGeom prst="roundRect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rgbClr val="00B0F0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34" name="角丸四角形 33"/>
          <p:cNvSpPr/>
          <p:nvPr/>
        </p:nvSpPr>
        <p:spPr>
          <a:xfrm>
            <a:off x="7803185" y="3895694"/>
            <a:ext cx="749085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</a:rPr>
              <a:t>前列消</a:t>
            </a:r>
          </a:p>
        </p:txBody>
      </p:sp>
      <p:sp>
        <p:nvSpPr>
          <p:cNvPr id="36" name="角丸四角形 35"/>
          <p:cNvSpPr/>
          <p:nvPr/>
        </p:nvSpPr>
        <p:spPr>
          <a:xfrm>
            <a:off x="154709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←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Word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7" name="角丸四角形 36"/>
          <p:cNvSpPr/>
          <p:nvPr/>
        </p:nvSpPr>
        <p:spPr>
          <a:xfrm>
            <a:off x="2083673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</a:rPr>
              <a:t>←</a:t>
            </a:r>
          </a:p>
        </p:txBody>
      </p:sp>
      <p:sp>
        <p:nvSpPr>
          <p:cNvPr id="38" name="角丸四角形 37"/>
          <p:cNvSpPr/>
          <p:nvPr/>
        </p:nvSpPr>
        <p:spPr>
          <a:xfrm>
            <a:off x="2620254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</a:rPr>
              <a:t>↓</a:t>
            </a:r>
          </a:p>
        </p:txBody>
      </p:sp>
      <p:sp>
        <p:nvSpPr>
          <p:cNvPr id="39" name="角丸四角形 38"/>
          <p:cNvSpPr/>
          <p:nvPr/>
        </p:nvSpPr>
        <p:spPr>
          <a:xfrm>
            <a:off x="3156835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 u="sng">
                <a:solidFill>
                  <a:schemeClr val="bg1"/>
                </a:solidFill>
                <a:latin typeface="Consolas" panose="020B0609020204030204" pitchFamily="49" charset="0"/>
              </a:rPr>
              <a:t>→</a:t>
            </a:r>
          </a:p>
        </p:txBody>
      </p:sp>
      <p:sp>
        <p:nvSpPr>
          <p:cNvPr id="40" name="角丸四角形 39"/>
          <p:cNvSpPr/>
          <p:nvPr/>
        </p:nvSpPr>
        <p:spPr>
          <a:xfrm>
            <a:off x="3693416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→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Word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2" name="角丸四角形 41"/>
          <p:cNvSpPr/>
          <p:nvPr/>
        </p:nvSpPr>
        <p:spPr>
          <a:xfrm>
            <a:off x="4766578" y="4421474"/>
            <a:ext cx="464588" cy="465380"/>
          </a:xfrm>
          <a:prstGeom prst="roundRect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 u="sng">
                <a:solidFill>
                  <a:srgbClr val="00B0F0"/>
                </a:solidFill>
                <a:latin typeface="Consolas" panose="020B0609020204030204" pitchFamily="49" charset="0"/>
              </a:rPr>
              <a:t>4</a:t>
            </a:r>
            <a:endParaRPr lang="ja-JP" altLang="en-US" sz="1600" u="sng">
              <a:solidFill>
                <a:srgbClr val="00B0F0"/>
              </a:solidFill>
              <a:latin typeface="Consolas" panose="020B0609020204030204" pitchFamily="49" charset="0"/>
            </a:endParaRPr>
          </a:p>
        </p:txBody>
      </p:sp>
      <p:sp>
        <p:nvSpPr>
          <p:cNvPr id="43" name="角丸四角形 42"/>
          <p:cNvSpPr/>
          <p:nvPr/>
        </p:nvSpPr>
        <p:spPr>
          <a:xfrm>
            <a:off x="5303159" y="4421474"/>
            <a:ext cx="464588" cy="465380"/>
          </a:xfrm>
          <a:prstGeom prst="roundRect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rgbClr val="00B0F0"/>
                </a:solidFill>
                <a:latin typeface="Consolas" panose="020B0609020204030204" pitchFamily="49" charset="0"/>
              </a:rPr>
              <a:t>5</a:t>
            </a:r>
            <a:endParaRPr lang="ja-JP" altLang="en-US" sz="1600">
              <a:solidFill>
                <a:srgbClr val="00B0F0"/>
              </a:solidFill>
              <a:latin typeface="Consolas" panose="020B0609020204030204" pitchFamily="49" charset="0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5839740" y="4421474"/>
            <a:ext cx="464588" cy="465380"/>
          </a:xfrm>
          <a:prstGeom prst="roundRect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rgbClr val="00B0F0"/>
                </a:solidFill>
                <a:latin typeface="Consolas" panose="020B0609020204030204" pitchFamily="49" charset="0"/>
              </a:rPr>
              <a:t>6</a:t>
            </a:r>
            <a:endParaRPr lang="ja-JP" altLang="en-US" sz="1600">
              <a:solidFill>
                <a:srgbClr val="00B0F0"/>
              </a:solidFill>
              <a:latin typeface="Consolas" panose="020B0609020204030204" pitchFamily="49" charset="0"/>
            </a:endParaRPr>
          </a:p>
        </p:txBody>
      </p:sp>
      <p:sp>
        <p:nvSpPr>
          <p:cNvPr id="45" name="角丸四角形 44"/>
          <p:cNvSpPr/>
          <p:nvPr/>
        </p:nvSpPr>
        <p:spPr>
          <a:xfrm>
            <a:off x="6376321" y="4421474"/>
            <a:ext cx="464588" cy="465380"/>
          </a:xfrm>
          <a:prstGeom prst="round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rgbClr val="00B050"/>
                </a:solidFill>
                <a:latin typeface="Consolas" panose="020B0609020204030204" pitchFamily="49" charset="0"/>
              </a:rPr>
              <a:t>Macro</a:t>
            </a:r>
          </a:p>
          <a:p>
            <a:pPr algn="ctr"/>
            <a:r>
              <a:rPr lang="en-US" altLang="ja-JP" sz="900">
                <a:solidFill>
                  <a:srgbClr val="00B050"/>
                </a:solidFill>
                <a:latin typeface="Consolas" panose="020B0609020204030204" pitchFamily="49" charset="0"/>
              </a:rPr>
              <a:t>SMC</a:t>
            </a:r>
            <a:endParaRPr lang="ja-JP" altLang="en-US" sz="900">
              <a:solidFill>
                <a:srgbClr val="00B050"/>
              </a:solidFill>
              <a:latin typeface="Consolas" panose="020B0609020204030204" pitchFamily="49" charset="0"/>
            </a:endParaRPr>
          </a:p>
        </p:txBody>
      </p:sp>
      <p:sp>
        <p:nvSpPr>
          <p:cNvPr id="46" name="角丸四角形 45"/>
          <p:cNvSpPr/>
          <p:nvPr/>
        </p:nvSpPr>
        <p:spPr>
          <a:xfrm>
            <a:off x="691290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*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0" name="角丸四角形 49"/>
          <p:cNvSpPr/>
          <p:nvPr/>
        </p:nvSpPr>
        <p:spPr>
          <a:xfrm>
            <a:off x="1794537" y="4947254"/>
            <a:ext cx="464588" cy="465380"/>
          </a:xfrm>
          <a:prstGeom prst="round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rgbClr val="00B050"/>
                </a:solidFill>
                <a:latin typeface="Consolas" panose="020B0609020204030204" pitchFamily="49" charset="0"/>
              </a:rPr>
              <a:t>Macro</a:t>
            </a:r>
          </a:p>
          <a:p>
            <a:pPr algn="ctr"/>
            <a:r>
              <a:rPr lang="en-US" altLang="ja-JP" sz="900">
                <a:solidFill>
                  <a:srgbClr val="00B050"/>
                </a:solidFill>
                <a:latin typeface="Consolas" panose="020B0609020204030204" pitchFamily="49" charset="0"/>
              </a:rPr>
              <a:t>Z</a:t>
            </a:r>
          </a:p>
        </p:txBody>
      </p:sp>
      <p:sp>
        <p:nvSpPr>
          <p:cNvPr id="51" name="角丸四角形 50"/>
          <p:cNvSpPr/>
          <p:nvPr/>
        </p:nvSpPr>
        <p:spPr>
          <a:xfrm>
            <a:off x="2331118" y="4947254"/>
            <a:ext cx="464588" cy="465380"/>
          </a:xfrm>
          <a:prstGeom prst="round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rgbClr val="00B050"/>
                </a:solidFill>
                <a:latin typeface="Consolas" panose="020B0609020204030204" pitchFamily="49" charset="0"/>
              </a:rPr>
              <a:t>Macro</a:t>
            </a:r>
          </a:p>
          <a:p>
            <a:pPr algn="ctr"/>
            <a:r>
              <a:rPr lang="en-US" altLang="ja-JP" sz="900">
                <a:solidFill>
                  <a:srgbClr val="00B050"/>
                </a:solidFill>
                <a:latin typeface="Consolas" panose="020B0609020204030204" pitchFamily="49" charset="0"/>
              </a:rPr>
              <a:t>X</a:t>
            </a:r>
            <a:endParaRPr lang="ja-JP" altLang="en-US" sz="900">
              <a:solidFill>
                <a:srgbClr val="00B050"/>
              </a:solidFill>
              <a:latin typeface="Consolas" panose="020B0609020204030204" pitchFamily="49" charset="0"/>
            </a:endParaRPr>
          </a:p>
        </p:txBody>
      </p:sp>
      <p:sp>
        <p:nvSpPr>
          <p:cNvPr id="52" name="角丸四角形 51"/>
          <p:cNvSpPr/>
          <p:nvPr/>
        </p:nvSpPr>
        <p:spPr>
          <a:xfrm>
            <a:off x="2867699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T</a:t>
            </a:r>
          </a:p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Copy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3" name="角丸四角形 52"/>
          <p:cNvSpPr/>
          <p:nvPr/>
        </p:nvSpPr>
        <p:spPr>
          <a:xfrm>
            <a:off x="3404280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T</a:t>
            </a:r>
          </a:p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Paste</a:t>
            </a:r>
          </a:p>
        </p:txBody>
      </p:sp>
      <p:sp>
        <p:nvSpPr>
          <p:cNvPr id="55" name="角丸四角形 54"/>
          <p:cNvSpPr/>
          <p:nvPr/>
        </p:nvSpPr>
        <p:spPr>
          <a:xfrm>
            <a:off x="4477442" y="4947254"/>
            <a:ext cx="464588" cy="465380"/>
          </a:xfrm>
          <a:prstGeom prst="roundRect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rgbClr val="00B0F0"/>
                </a:solidFill>
                <a:latin typeface="Consolas" panose="020B0609020204030204" pitchFamily="49" charset="0"/>
              </a:rPr>
              <a:t>0</a:t>
            </a:r>
            <a:endParaRPr lang="ja-JP" altLang="en-US" sz="1600">
              <a:solidFill>
                <a:srgbClr val="00B0F0"/>
              </a:solidFill>
              <a:latin typeface="Consolas" panose="020B0609020204030204" pitchFamily="49" charset="0"/>
            </a:endParaRPr>
          </a:p>
        </p:txBody>
      </p:sp>
      <p:sp>
        <p:nvSpPr>
          <p:cNvPr id="56" name="角丸四角形 55"/>
          <p:cNvSpPr/>
          <p:nvPr/>
        </p:nvSpPr>
        <p:spPr>
          <a:xfrm>
            <a:off x="5014023" y="4947254"/>
            <a:ext cx="464588" cy="465380"/>
          </a:xfrm>
          <a:prstGeom prst="roundRect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rgbClr val="00B0F0"/>
                </a:solidFill>
                <a:latin typeface="Consolas" panose="020B0609020204030204" pitchFamily="49" charset="0"/>
              </a:rPr>
              <a:t>1</a:t>
            </a:r>
            <a:endParaRPr lang="ja-JP" altLang="en-US" sz="1600">
              <a:solidFill>
                <a:srgbClr val="00B0F0"/>
              </a:solidFill>
              <a:latin typeface="Consolas" panose="020B0609020204030204" pitchFamily="49" charset="0"/>
            </a:endParaRPr>
          </a:p>
        </p:txBody>
      </p:sp>
      <p:sp>
        <p:nvSpPr>
          <p:cNvPr id="57" name="角丸四角形 56"/>
          <p:cNvSpPr/>
          <p:nvPr/>
        </p:nvSpPr>
        <p:spPr>
          <a:xfrm>
            <a:off x="5550604" y="4947254"/>
            <a:ext cx="464588" cy="465380"/>
          </a:xfrm>
          <a:prstGeom prst="roundRect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rgbClr val="00B0F0"/>
                </a:solidFill>
                <a:latin typeface="Consolas" panose="020B0609020204030204" pitchFamily="49" charset="0"/>
              </a:rPr>
              <a:t>2</a:t>
            </a:r>
            <a:endParaRPr lang="ja-JP" altLang="en-US" sz="1600">
              <a:solidFill>
                <a:srgbClr val="00B0F0"/>
              </a:solidFill>
              <a:latin typeface="Consolas" panose="020B0609020204030204" pitchFamily="49" charset="0"/>
            </a:endParaRPr>
          </a:p>
        </p:txBody>
      </p:sp>
      <p:sp>
        <p:nvSpPr>
          <p:cNvPr id="58" name="角丸四角形 57"/>
          <p:cNvSpPr/>
          <p:nvPr/>
        </p:nvSpPr>
        <p:spPr>
          <a:xfrm>
            <a:off x="6087185" y="4947254"/>
            <a:ext cx="464588" cy="465380"/>
          </a:xfrm>
          <a:prstGeom prst="roundRect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rgbClr val="00B0F0"/>
                </a:solidFill>
                <a:latin typeface="Consolas" panose="020B0609020204030204" pitchFamily="49" charset="0"/>
              </a:rPr>
              <a:t>3</a:t>
            </a:r>
            <a:endParaRPr lang="ja-JP" altLang="en-US" sz="1600">
              <a:solidFill>
                <a:srgbClr val="00B0F0"/>
              </a:solidFill>
              <a:latin typeface="Consolas" panose="020B0609020204030204" pitchFamily="49" charset="0"/>
            </a:endParaRPr>
          </a:p>
        </p:txBody>
      </p:sp>
      <p:sp>
        <p:nvSpPr>
          <p:cNvPr id="62" name="角丸四角形 61"/>
          <p:cNvSpPr/>
          <p:nvPr/>
        </p:nvSpPr>
        <p:spPr>
          <a:xfrm>
            <a:off x="4229997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BS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63" name="角丸四角形 62"/>
          <p:cNvSpPr/>
          <p:nvPr/>
        </p:nvSpPr>
        <p:spPr>
          <a:xfrm>
            <a:off x="2727795" y="5473034"/>
            <a:ext cx="3135639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^Space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67" name="角丸四角形 66"/>
          <p:cNvSpPr/>
          <p:nvPr/>
        </p:nvSpPr>
        <p:spPr>
          <a:xfrm>
            <a:off x="57554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Del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68" name="角丸四角形 67"/>
          <p:cNvSpPr/>
          <p:nvPr/>
        </p:nvSpPr>
        <p:spPr>
          <a:xfrm>
            <a:off x="569441" y="3895694"/>
            <a:ext cx="72277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^Tab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grpSp>
        <p:nvGrpSpPr>
          <p:cNvPr id="89" name="グループ化 88"/>
          <p:cNvGrpSpPr/>
          <p:nvPr/>
        </p:nvGrpSpPr>
        <p:grpSpPr>
          <a:xfrm>
            <a:off x="4429125" y="3862358"/>
            <a:ext cx="2164556" cy="1580704"/>
            <a:chOff x="4429125" y="3862358"/>
            <a:chExt cx="2164556" cy="1580704"/>
          </a:xfrm>
        </p:grpSpPr>
        <p:cxnSp>
          <p:nvCxnSpPr>
            <p:cNvPr id="5" name="直線コネクタ 4"/>
            <p:cNvCxnSpPr>
              <a:cxnSpLocks/>
            </p:cNvCxnSpPr>
            <p:nvPr/>
          </p:nvCxnSpPr>
          <p:spPr>
            <a:xfrm>
              <a:off x="4555331" y="3864738"/>
              <a:ext cx="1604963" cy="0"/>
            </a:xfrm>
            <a:prstGeom prst="line">
              <a:avLst/>
            </a:prstGeom>
            <a:ln w="127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/>
            <p:cNvCxnSpPr>
              <a:cxnSpLocks/>
            </p:cNvCxnSpPr>
            <p:nvPr/>
          </p:nvCxnSpPr>
          <p:spPr>
            <a:xfrm>
              <a:off x="4429125" y="5440680"/>
              <a:ext cx="2164556" cy="0"/>
            </a:xfrm>
            <a:prstGeom prst="line">
              <a:avLst/>
            </a:prstGeom>
            <a:ln w="127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線コネクタ 75"/>
            <p:cNvCxnSpPr/>
            <p:nvPr/>
          </p:nvCxnSpPr>
          <p:spPr>
            <a:xfrm flipV="1">
              <a:off x="6586341" y="4919208"/>
              <a:ext cx="0" cy="521473"/>
            </a:xfrm>
            <a:prstGeom prst="line">
              <a:avLst/>
            </a:prstGeom>
            <a:ln w="127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コネクタ 81"/>
            <p:cNvCxnSpPr/>
            <p:nvPr/>
          </p:nvCxnSpPr>
          <p:spPr>
            <a:xfrm flipV="1">
              <a:off x="6341072" y="4398785"/>
              <a:ext cx="0" cy="520424"/>
            </a:xfrm>
            <a:prstGeom prst="line">
              <a:avLst/>
            </a:prstGeom>
            <a:ln w="127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線コネクタ 82"/>
            <p:cNvCxnSpPr/>
            <p:nvPr/>
          </p:nvCxnSpPr>
          <p:spPr>
            <a:xfrm flipV="1">
              <a:off x="6155531" y="3864739"/>
              <a:ext cx="0" cy="534046"/>
            </a:xfrm>
            <a:prstGeom prst="line">
              <a:avLst/>
            </a:prstGeom>
            <a:ln w="127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コネクタ 83"/>
            <p:cNvCxnSpPr>
              <a:cxnSpLocks/>
            </p:cNvCxnSpPr>
            <p:nvPr/>
          </p:nvCxnSpPr>
          <p:spPr>
            <a:xfrm>
              <a:off x="6154367" y="4398785"/>
              <a:ext cx="194046" cy="0"/>
            </a:xfrm>
            <a:prstGeom prst="line">
              <a:avLst/>
            </a:prstGeom>
            <a:ln w="127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コネクタ 89"/>
            <p:cNvCxnSpPr>
              <a:cxnSpLocks/>
            </p:cNvCxnSpPr>
            <p:nvPr/>
          </p:nvCxnSpPr>
          <p:spPr>
            <a:xfrm>
              <a:off x="6336506" y="4919208"/>
              <a:ext cx="246202" cy="0"/>
            </a:xfrm>
            <a:prstGeom prst="line">
              <a:avLst/>
            </a:prstGeom>
            <a:ln w="127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コネクタ 92"/>
            <p:cNvCxnSpPr/>
            <p:nvPr/>
          </p:nvCxnSpPr>
          <p:spPr>
            <a:xfrm flipV="1">
              <a:off x="4437768" y="4921589"/>
              <a:ext cx="0" cy="521473"/>
            </a:xfrm>
            <a:prstGeom prst="line">
              <a:avLst/>
            </a:prstGeom>
            <a:ln w="127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コネクタ 93"/>
            <p:cNvCxnSpPr>
              <a:cxnSpLocks/>
            </p:cNvCxnSpPr>
            <p:nvPr/>
          </p:nvCxnSpPr>
          <p:spPr>
            <a:xfrm>
              <a:off x="4431506" y="4919208"/>
              <a:ext cx="296417" cy="0"/>
            </a:xfrm>
            <a:prstGeom prst="line">
              <a:avLst/>
            </a:prstGeom>
            <a:ln w="127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/>
            <p:cNvCxnSpPr/>
            <p:nvPr/>
          </p:nvCxnSpPr>
          <p:spPr>
            <a:xfrm flipV="1">
              <a:off x="4727923" y="4402370"/>
              <a:ext cx="0" cy="521601"/>
            </a:xfrm>
            <a:prstGeom prst="line">
              <a:avLst/>
            </a:prstGeom>
            <a:ln w="127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線コネクタ 100"/>
            <p:cNvCxnSpPr>
              <a:cxnSpLocks/>
            </p:cNvCxnSpPr>
            <p:nvPr/>
          </p:nvCxnSpPr>
          <p:spPr>
            <a:xfrm>
              <a:off x="4552950" y="4397606"/>
              <a:ext cx="174973" cy="0"/>
            </a:xfrm>
            <a:prstGeom prst="line">
              <a:avLst/>
            </a:prstGeom>
            <a:ln w="127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/>
            <p:cNvCxnSpPr/>
            <p:nvPr/>
          </p:nvCxnSpPr>
          <p:spPr>
            <a:xfrm flipV="1">
              <a:off x="4549841" y="3862358"/>
              <a:ext cx="0" cy="532867"/>
            </a:xfrm>
            <a:prstGeom prst="line">
              <a:avLst/>
            </a:prstGeom>
            <a:ln w="127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角丸四角形 58">
            <a:extLst>
              <a:ext uri="{FF2B5EF4-FFF2-40B4-BE49-F238E27FC236}">
                <a16:creationId xmlns:a16="http://schemas.microsoft.com/office/drawing/2014/main" id="{68A2DC48-BDAD-49F1-AEAF-B23C7D66A79E}"/>
              </a:ext>
            </a:extLst>
          </p:cNvPr>
          <p:cNvSpPr/>
          <p:nvPr/>
        </p:nvSpPr>
        <p:spPr>
          <a:xfrm>
            <a:off x="6623766" y="4947254"/>
            <a:ext cx="464588" cy="465380"/>
          </a:xfrm>
          <a:prstGeom prst="round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rgbClr val="00B050"/>
                </a:solidFill>
                <a:latin typeface="Consolas" panose="020B0609020204030204" pitchFamily="49" charset="0"/>
              </a:rPr>
              <a:t>Macro</a:t>
            </a:r>
          </a:p>
          <a:p>
            <a:pPr algn="ctr"/>
            <a:r>
              <a:rPr lang="en-US" altLang="ja-JP" sz="900">
                <a:solidFill>
                  <a:srgbClr val="00B050"/>
                </a:solidFill>
                <a:latin typeface="Consolas" panose="020B0609020204030204" pitchFamily="49" charset="0"/>
              </a:rPr>
              <a:t>SLS</a:t>
            </a:r>
            <a:endParaRPr lang="ja-JP" altLang="en-US" sz="900">
              <a:solidFill>
                <a:srgbClr val="00B050"/>
              </a:solidFill>
              <a:latin typeface="Consolas" panose="020B0609020204030204" pitchFamily="49" charset="0"/>
            </a:endParaRPr>
          </a:p>
        </p:txBody>
      </p:sp>
      <p:sp>
        <p:nvSpPr>
          <p:cNvPr id="77" name="角丸四角形 18">
            <a:extLst>
              <a:ext uri="{FF2B5EF4-FFF2-40B4-BE49-F238E27FC236}">
                <a16:creationId xmlns:a16="http://schemas.microsoft.com/office/drawing/2014/main" id="{8C0AFCED-7AD3-44F8-BCE8-4F48434AA52C}"/>
              </a:ext>
            </a:extLst>
          </p:cNvPr>
          <p:cNvSpPr/>
          <p:nvPr/>
        </p:nvSpPr>
        <p:spPr>
          <a:xfrm>
            <a:off x="7551095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Clip</a:t>
            </a:r>
          </a:p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Log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2A94C702-C22B-4EAB-8FAA-AB2CE5789AAE}"/>
              </a:ext>
            </a:extLst>
          </p:cNvPr>
          <p:cNvSpPr/>
          <p:nvPr/>
        </p:nvSpPr>
        <p:spPr>
          <a:xfrm>
            <a:off x="4047117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PgUp</a:t>
            </a:r>
          </a:p>
        </p:txBody>
      </p:sp>
      <p:sp>
        <p:nvSpPr>
          <p:cNvPr id="96" name="角丸四角形 53">
            <a:extLst>
              <a:ext uri="{FF2B5EF4-FFF2-40B4-BE49-F238E27FC236}">
                <a16:creationId xmlns:a16="http://schemas.microsoft.com/office/drawing/2014/main" id="{F81B9CD2-A684-4037-AB9A-6B06532671F6}"/>
              </a:ext>
            </a:extLst>
          </p:cNvPr>
          <p:cNvSpPr/>
          <p:nvPr/>
        </p:nvSpPr>
        <p:spPr>
          <a:xfrm>
            <a:off x="3940861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PgDn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97" name="角丸四角形 46">
            <a:extLst>
              <a:ext uri="{FF2B5EF4-FFF2-40B4-BE49-F238E27FC236}">
                <a16:creationId xmlns:a16="http://schemas.microsoft.com/office/drawing/2014/main" id="{F0725D88-0742-4303-8C3C-0AFF0830ECD1}"/>
              </a:ext>
            </a:extLst>
          </p:cNvPr>
          <p:cNvSpPr/>
          <p:nvPr/>
        </p:nvSpPr>
        <p:spPr>
          <a:xfrm>
            <a:off x="7449483" y="4421474"/>
            <a:ext cx="1102786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^return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98" name="角丸四角形 31">
            <a:extLst>
              <a:ext uri="{FF2B5EF4-FFF2-40B4-BE49-F238E27FC236}">
                <a16:creationId xmlns:a16="http://schemas.microsoft.com/office/drawing/2014/main" id="{37B74278-33AB-4E3D-B7D0-0C0E0F925FA9}"/>
              </a:ext>
            </a:extLst>
          </p:cNvPr>
          <p:cNvSpPr/>
          <p:nvPr/>
        </p:nvSpPr>
        <p:spPr>
          <a:xfrm>
            <a:off x="6730022" y="3895694"/>
            <a:ext cx="464588" cy="465380"/>
          </a:xfrm>
          <a:prstGeom prst="round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rgbClr val="00B050"/>
                </a:solidFill>
                <a:latin typeface="Consolas" panose="020B0609020204030204" pitchFamily="49" charset="0"/>
              </a:rPr>
              <a:t>Macro</a:t>
            </a:r>
          </a:p>
          <a:p>
            <a:pPr algn="ctr"/>
            <a:r>
              <a:rPr lang="en-US" altLang="ja-JP" sz="900">
                <a:solidFill>
                  <a:srgbClr val="00B050"/>
                </a:solidFill>
                <a:latin typeface="Consolas" panose="020B0609020204030204" pitchFamily="49" charset="0"/>
              </a:rPr>
              <a:t>BRL</a:t>
            </a:r>
            <a:endParaRPr lang="ja-JP" altLang="en-US" sz="900">
              <a:solidFill>
                <a:srgbClr val="00B050"/>
              </a:solidFill>
              <a:latin typeface="Consolas" panose="020B0609020204030204" pitchFamily="49" charset="0"/>
            </a:endParaRPr>
          </a:p>
        </p:txBody>
      </p:sp>
      <p:sp>
        <p:nvSpPr>
          <p:cNvPr id="99" name="角丸四角形 32">
            <a:extLst>
              <a:ext uri="{FF2B5EF4-FFF2-40B4-BE49-F238E27FC236}">
                <a16:creationId xmlns:a16="http://schemas.microsoft.com/office/drawing/2014/main" id="{EA1F825D-4A5B-48CA-91E5-86A3797F3725}"/>
              </a:ext>
            </a:extLst>
          </p:cNvPr>
          <p:cNvSpPr/>
          <p:nvPr/>
        </p:nvSpPr>
        <p:spPr>
          <a:xfrm>
            <a:off x="7266603" y="3895694"/>
            <a:ext cx="464588" cy="465380"/>
          </a:xfrm>
          <a:prstGeom prst="round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rgbClr val="00B050"/>
                </a:solidFill>
                <a:latin typeface="Consolas" panose="020B0609020204030204" pitchFamily="49" charset="0"/>
              </a:rPr>
              <a:t>Macro</a:t>
            </a:r>
          </a:p>
          <a:p>
            <a:pPr algn="ctr"/>
            <a:r>
              <a:rPr lang="en-US" altLang="ja-JP" sz="900">
                <a:solidFill>
                  <a:srgbClr val="00B050"/>
                </a:solidFill>
                <a:latin typeface="Consolas" panose="020B0609020204030204" pitchFamily="49" charset="0"/>
              </a:rPr>
              <a:t>BRR</a:t>
            </a:r>
            <a:endParaRPr lang="ja-JP" altLang="en-US" sz="900">
              <a:solidFill>
                <a:srgbClr val="00B050"/>
              </a:solidFill>
              <a:latin typeface="Consolas" panose="020B0609020204030204" pitchFamily="49" charset="0"/>
            </a:endParaRPr>
          </a:p>
        </p:txBody>
      </p: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233B2B10-DDD9-4A6F-B265-F75E79033682}"/>
              </a:ext>
            </a:extLst>
          </p:cNvPr>
          <p:cNvSpPr/>
          <p:nvPr/>
        </p:nvSpPr>
        <p:spPr>
          <a:xfrm>
            <a:off x="1746506" y="4919208"/>
            <a:ext cx="1082420" cy="521472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cxnSp>
        <p:nvCxnSpPr>
          <p:cNvPr id="110" name="直線矢印コネクタ 109">
            <a:extLst>
              <a:ext uri="{FF2B5EF4-FFF2-40B4-BE49-F238E27FC236}">
                <a16:creationId xmlns:a16="http://schemas.microsoft.com/office/drawing/2014/main" id="{BFA33959-601C-457E-8C8E-905364EA41F6}"/>
              </a:ext>
            </a:extLst>
          </p:cNvPr>
          <p:cNvCxnSpPr>
            <a:cxnSpLocks/>
            <a:stCxn id="111" idx="2"/>
            <a:endCxn id="51" idx="0"/>
          </p:cNvCxnSpPr>
          <p:nvPr/>
        </p:nvCxnSpPr>
        <p:spPr>
          <a:xfrm flipH="1">
            <a:off x="2563412" y="2379185"/>
            <a:ext cx="1130004" cy="2568071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テキスト ボックス 110">
            <a:extLst>
              <a:ext uri="{FF2B5EF4-FFF2-40B4-BE49-F238E27FC236}">
                <a16:creationId xmlns:a16="http://schemas.microsoft.com/office/drawing/2014/main" id="{9774CAFA-9BAF-43B0-B4BA-B9686CA9BE57}"/>
              </a:ext>
            </a:extLst>
          </p:cNvPr>
          <p:cNvSpPr txBox="1"/>
          <p:nvPr/>
        </p:nvSpPr>
        <p:spPr>
          <a:xfrm>
            <a:off x="2626457" y="1794410"/>
            <a:ext cx="2133918" cy="58477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ja-JP" altLang="en-US">
                <a:solidFill>
                  <a:srgbClr val="00B050"/>
                </a:solidFill>
              </a:rPr>
              <a:t>マクロキー</a:t>
            </a:r>
            <a:endParaRPr lang="en-US" altLang="ja-JP">
              <a:solidFill>
                <a:srgbClr val="00B050"/>
              </a:solidFill>
            </a:endParaRPr>
          </a:p>
          <a:p>
            <a:r>
              <a:rPr lang="en-US" altLang="ja-JP" sz="1400">
                <a:solidFill>
                  <a:srgbClr val="00B050"/>
                </a:solidFill>
              </a:rPr>
              <a:t>※Shift</a:t>
            </a:r>
            <a:r>
              <a:rPr lang="ja-JP" altLang="en-US" sz="1400">
                <a:solidFill>
                  <a:srgbClr val="00B050"/>
                </a:solidFill>
              </a:rPr>
              <a:t>押しでマクロ編集</a:t>
            </a:r>
          </a:p>
        </p:txBody>
      </p:sp>
      <p:cxnSp>
        <p:nvCxnSpPr>
          <p:cNvPr id="112" name="直線矢印コネクタ 111">
            <a:extLst>
              <a:ext uri="{FF2B5EF4-FFF2-40B4-BE49-F238E27FC236}">
                <a16:creationId xmlns:a16="http://schemas.microsoft.com/office/drawing/2014/main" id="{FA329674-329D-46DB-AAB1-82227956D0BD}"/>
              </a:ext>
            </a:extLst>
          </p:cNvPr>
          <p:cNvCxnSpPr>
            <a:cxnSpLocks/>
            <a:stCxn id="111" idx="2"/>
            <a:endCxn id="98" idx="0"/>
          </p:cNvCxnSpPr>
          <p:nvPr/>
        </p:nvCxnSpPr>
        <p:spPr>
          <a:xfrm>
            <a:off x="3693416" y="2379185"/>
            <a:ext cx="3268900" cy="1516509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3" name="グループ化 112">
            <a:extLst>
              <a:ext uri="{FF2B5EF4-FFF2-40B4-BE49-F238E27FC236}">
                <a16:creationId xmlns:a16="http://schemas.microsoft.com/office/drawing/2014/main" id="{FEB50E51-CAFA-448F-8C83-7A2385E92583}"/>
              </a:ext>
            </a:extLst>
          </p:cNvPr>
          <p:cNvGrpSpPr/>
          <p:nvPr/>
        </p:nvGrpSpPr>
        <p:grpSpPr>
          <a:xfrm>
            <a:off x="6348415" y="3873723"/>
            <a:ext cx="1428748" cy="1576357"/>
            <a:chOff x="6348413" y="3864739"/>
            <a:chExt cx="1428748" cy="1576357"/>
          </a:xfrm>
        </p:grpSpPr>
        <p:cxnSp>
          <p:nvCxnSpPr>
            <p:cNvPr id="115" name="直線コネクタ 114">
              <a:extLst>
                <a:ext uri="{FF2B5EF4-FFF2-40B4-BE49-F238E27FC236}">
                  <a16:creationId xmlns:a16="http://schemas.microsoft.com/office/drawing/2014/main" id="{8127E834-5C36-45B3-986E-C22B0FF036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98456" y="3864739"/>
              <a:ext cx="0" cy="529283"/>
            </a:xfrm>
            <a:prstGeom prst="line">
              <a:avLst/>
            </a:prstGeom>
            <a:ln w="127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コネクタ 115">
              <a:extLst>
                <a:ext uri="{FF2B5EF4-FFF2-40B4-BE49-F238E27FC236}">
                  <a16:creationId xmlns:a16="http://schemas.microsoft.com/office/drawing/2014/main" id="{D5EDB049-2A39-44E2-9A52-3E138257330F}"/>
                </a:ext>
              </a:extLst>
            </p:cNvPr>
            <p:cNvCxnSpPr/>
            <p:nvPr/>
          </p:nvCxnSpPr>
          <p:spPr>
            <a:xfrm flipV="1">
              <a:off x="6874472" y="4394022"/>
              <a:ext cx="0" cy="520424"/>
            </a:xfrm>
            <a:prstGeom prst="line">
              <a:avLst/>
            </a:prstGeom>
            <a:ln w="127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4EB38A1C-E79D-43FB-B8FF-47A05AB06548}"/>
                </a:ext>
              </a:extLst>
            </p:cNvPr>
            <p:cNvCxnSpPr>
              <a:cxnSpLocks/>
            </p:cNvCxnSpPr>
            <p:nvPr/>
          </p:nvCxnSpPr>
          <p:spPr>
            <a:xfrm>
              <a:off x="6702072" y="3869500"/>
              <a:ext cx="1075089" cy="0"/>
            </a:xfrm>
            <a:prstGeom prst="line">
              <a:avLst/>
            </a:prstGeom>
            <a:ln w="127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コネクタ 121">
              <a:extLst>
                <a:ext uri="{FF2B5EF4-FFF2-40B4-BE49-F238E27FC236}">
                  <a16:creationId xmlns:a16="http://schemas.microsoft.com/office/drawing/2014/main" id="{A7531F6D-B6CE-49B5-866E-3CC9849423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74359" y="3864740"/>
              <a:ext cx="0" cy="526285"/>
            </a:xfrm>
            <a:prstGeom prst="line">
              <a:avLst/>
            </a:prstGeom>
            <a:ln w="127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線コネクタ 122">
              <a:extLst>
                <a:ext uri="{FF2B5EF4-FFF2-40B4-BE49-F238E27FC236}">
                  <a16:creationId xmlns:a16="http://schemas.microsoft.com/office/drawing/2014/main" id="{011A8FA6-6461-4B8A-8A29-B6EF13F2A6A5}"/>
                </a:ext>
              </a:extLst>
            </p:cNvPr>
            <p:cNvCxnSpPr>
              <a:cxnSpLocks/>
            </p:cNvCxnSpPr>
            <p:nvPr/>
          </p:nvCxnSpPr>
          <p:spPr>
            <a:xfrm>
              <a:off x="6869906" y="4390964"/>
              <a:ext cx="904453" cy="0"/>
            </a:xfrm>
            <a:prstGeom prst="line">
              <a:avLst/>
            </a:prstGeom>
            <a:ln w="127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コネクタ 123">
              <a:extLst>
                <a:ext uri="{FF2B5EF4-FFF2-40B4-BE49-F238E27FC236}">
                  <a16:creationId xmlns:a16="http://schemas.microsoft.com/office/drawing/2014/main" id="{180BA538-3510-4ECD-8ECF-F1FDB0C906F9}"/>
                </a:ext>
              </a:extLst>
            </p:cNvPr>
            <p:cNvCxnSpPr>
              <a:cxnSpLocks/>
            </p:cNvCxnSpPr>
            <p:nvPr/>
          </p:nvCxnSpPr>
          <p:spPr>
            <a:xfrm>
              <a:off x="6348413" y="4390964"/>
              <a:ext cx="354806" cy="0"/>
            </a:xfrm>
            <a:prstGeom prst="line">
              <a:avLst/>
            </a:prstGeom>
            <a:ln w="127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線コネクタ 124">
              <a:extLst>
                <a:ext uri="{FF2B5EF4-FFF2-40B4-BE49-F238E27FC236}">
                  <a16:creationId xmlns:a16="http://schemas.microsoft.com/office/drawing/2014/main" id="{42D5ED10-CA57-4CA1-8284-B1E7C79AE113}"/>
                </a:ext>
              </a:extLst>
            </p:cNvPr>
            <p:cNvCxnSpPr/>
            <p:nvPr/>
          </p:nvCxnSpPr>
          <p:spPr>
            <a:xfrm flipV="1">
              <a:off x="7120855" y="4915494"/>
              <a:ext cx="0" cy="520424"/>
            </a:xfrm>
            <a:prstGeom prst="line">
              <a:avLst/>
            </a:prstGeom>
            <a:ln w="127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コネクタ 125">
              <a:extLst>
                <a:ext uri="{FF2B5EF4-FFF2-40B4-BE49-F238E27FC236}">
                  <a16:creationId xmlns:a16="http://schemas.microsoft.com/office/drawing/2014/main" id="{1D8A14ED-DEF2-40FA-AD93-A031B6F4A9F3}"/>
                </a:ext>
              </a:extLst>
            </p:cNvPr>
            <p:cNvCxnSpPr>
              <a:cxnSpLocks/>
            </p:cNvCxnSpPr>
            <p:nvPr/>
          </p:nvCxnSpPr>
          <p:spPr>
            <a:xfrm>
              <a:off x="6872288" y="4919602"/>
              <a:ext cx="242887" cy="0"/>
            </a:xfrm>
            <a:prstGeom prst="line">
              <a:avLst/>
            </a:prstGeom>
            <a:ln w="127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線コネクタ 126">
              <a:extLst>
                <a:ext uri="{FF2B5EF4-FFF2-40B4-BE49-F238E27FC236}">
                  <a16:creationId xmlns:a16="http://schemas.microsoft.com/office/drawing/2014/main" id="{87248C7D-7B1C-49D8-A3DC-76C826166AB9}"/>
                </a:ext>
              </a:extLst>
            </p:cNvPr>
            <p:cNvCxnSpPr>
              <a:cxnSpLocks/>
            </p:cNvCxnSpPr>
            <p:nvPr/>
          </p:nvCxnSpPr>
          <p:spPr>
            <a:xfrm>
              <a:off x="6584156" y="5441096"/>
              <a:ext cx="538163" cy="0"/>
            </a:xfrm>
            <a:prstGeom prst="line">
              <a:avLst/>
            </a:prstGeom>
            <a:ln w="127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1" name="角丸四角形 30">
            <a:extLst>
              <a:ext uri="{FF2B5EF4-FFF2-40B4-BE49-F238E27FC236}">
                <a16:creationId xmlns:a16="http://schemas.microsoft.com/office/drawing/2014/main" id="{23DE8C67-8F6D-4E5A-B6F9-1E29E2344213}"/>
              </a:ext>
            </a:extLst>
          </p:cNvPr>
          <p:cNvSpPr/>
          <p:nvPr/>
        </p:nvSpPr>
        <p:spPr>
          <a:xfrm>
            <a:off x="6193441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Print</a:t>
            </a:r>
          </a:p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Screen</a:t>
            </a:r>
          </a:p>
        </p:txBody>
      </p:sp>
      <p:sp>
        <p:nvSpPr>
          <p:cNvPr id="106" name="角丸四角形 48">
            <a:extLst>
              <a:ext uri="{FF2B5EF4-FFF2-40B4-BE49-F238E27FC236}">
                <a16:creationId xmlns:a16="http://schemas.microsoft.com/office/drawing/2014/main" id="{B8FD4889-E1A6-4378-9850-3984DF9E50A6}"/>
              </a:ext>
            </a:extLst>
          </p:cNvPr>
          <p:cNvSpPr/>
          <p:nvPr/>
        </p:nvSpPr>
        <p:spPr>
          <a:xfrm>
            <a:off x="569441" y="4421474"/>
            <a:ext cx="905658" cy="465380"/>
          </a:xfrm>
          <a:prstGeom prst="roundRect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CAPS</a:t>
            </a:r>
            <a:endParaRPr lang="ja-JP" altLang="en-US" sz="1600">
              <a:solidFill>
                <a:schemeClr val="accent2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07" name="角丸四角形 69">
            <a:extLst>
              <a:ext uri="{FF2B5EF4-FFF2-40B4-BE49-F238E27FC236}">
                <a16:creationId xmlns:a16="http://schemas.microsoft.com/office/drawing/2014/main" id="{11EBB553-AFC0-4CDD-A181-EEFE79F4E30F}"/>
              </a:ext>
            </a:extLst>
          </p:cNvPr>
          <p:cNvSpPr/>
          <p:nvPr/>
        </p:nvSpPr>
        <p:spPr>
          <a:xfrm>
            <a:off x="5933806" y="5473034"/>
            <a:ext cx="710750" cy="465380"/>
          </a:xfrm>
          <a:prstGeom prst="roundRect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RCMD</a:t>
            </a:r>
            <a:endParaRPr lang="ja-JP" altLang="en-US" sz="1600">
              <a:solidFill>
                <a:schemeClr val="accent2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2416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8651" y="365128"/>
            <a:ext cx="8136209" cy="1325563"/>
          </a:xfrm>
        </p:spPr>
        <p:txBody>
          <a:bodyPr anchor="t">
            <a:noAutofit/>
          </a:bodyPr>
          <a:lstStyle/>
          <a:p>
            <a:r>
              <a:rPr lang="en-US" altLang="ja-JP" sz="4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Functions</a:t>
            </a:r>
            <a:br>
              <a:rPr lang="en-US" altLang="ja-JP" sz="4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</a:br>
            <a: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CAPS &amp; ALT</a:t>
            </a:r>
            <a:endParaRPr lang="en-US" altLang="ja-JP" sz="40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6" name="角丸四角形 5"/>
          <p:cNvSpPr/>
          <p:nvPr/>
        </p:nvSpPr>
        <p:spPr>
          <a:xfrm>
            <a:off x="57554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角丸四角形 6"/>
          <p:cNvSpPr/>
          <p:nvPr/>
        </p:nvSpPr>
        <p:spPr>
          <a:xfrm>
            <a:off x="1112123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角丸四角形 7"/>
          <p:cNvSpPr/>
          <p:nvPr/>
        </p:nvSpPr>
        <p:spPr>
          <a:xfrm>
            <a:off x="1648704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角丸四角形 8"/>
          <p:cNvSpPr/>
          <p:nvPr/>
        </p:nvSpPr>
        <p:spPr>
          <a:xfrm>
            <a:off x="2185285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5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角丸四角形 9"/>
          <p:cNvSpPr/>
          <p:nvPr/>
        </p:nvSpPr>
        <p:spPr>
          <a:xfrm>
            <a:off x="2721866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角丸四角形 10"/>
          <p:cNvSpPr/>
          <p:nvPr/>
        </p:nvSpPr>
        <p:spPr>
          <a:xfrm>
            <a:off x="3258447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角丸四角形 11"/>
          <p:cNvSpPr/>
          <p:nvPr/>
        </p:nvSpPr>
        <p:spPr>
          <a:xfrm>
            <a:off x="3795028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角丸四角形 12"/>
          <p:cNvSpPr/>
          <p:nvPr/>
        </p:nvSpPr>
        <p:spPr>
          <a:xfrm>
            <a:off x="4331609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角丸四角形 13"/>
          <p:cNvSpPr/>
          <p:nvPr/>
        </p:nvSpPr>
        <p:spPr>
          <a:xfrm>
            <a:off x="4868190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5" name="角丸四角形 14"/>
          <p:cNvSpPr/>
          <p:nvPr/>
        </p:nvSpPr>
        <p:spPr>
          <a:xfrm>
            <a:off x="5404771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角丸四角形 15"/>
          <p:cNvSpPr/>
          <p:nvPr/>
        </p:nvSpPr>
        <p:spPr>
          <a:xfrm>
            <a:off x="594135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7" name="角丸四角形 16"/>
          <p:cNvSpPr/>
          <p:nvPr/>
        </p:nvSpPr>
        <p:spPr>
          <a:xfrm>
            <a:off x="6477933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角丸四角形 17"/>
          <p:cNvSpPr/>
          <p:nvPr/>
        </p:nvSpPr>
        <p:spPr>
          <a:xfrm>
            <a:off x="7014514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9" name="角丸四角形 18"/>
          <p:cNvSpPr/>
          <p:nvPr/>
        </p:nvSpPr>
        <p:spPr>
          <a:xfrm>
            <a:off x="7551095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0" name="角丸四角形 19"/>
          <p:cNvSpPr/>
          <p:nvPr/>
        </p:nvSpPr>
        <p:spPr>
          <a:xfrm>
            <a:off x="808768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2" name="角丸四角形 21"/>
          <p:cNvSpPr/>
          <p:nvPr/>
        </p:nvSpPr>
        <p:spPr>
          <a:xfrm>
            <a:off x="1364212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</a:rPr>
              <a:t>Vol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</a:rPr>
              <a:t>Up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角丸四角形 22"/>
          <p:cNvSpPr/>
          <p:nvPr/>
        </p:nvSpPr>
        <p:spPr>
          <a:xfrm>
            <a:off x="1900793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4" name="角丸四角形 23"/>
          <p:cNvSpPr/>
          <p:nvPr/>
        </p:nvSpPr>
        <p:spPr>
          <a:xfrm>
            <a:off x="2437374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角丸四角形 24"/>
          <p:cNvSpPr/>
          <p:nvPr/>
        </p:nvSpPr>
        <p:spPr>
          <a:xfrm>
            <a:off x="2973955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800">
                <a:solidFill>
                  <a:schemeClr val="bg1"/>
                </a:solidFill>
                <a:latin typeface="Consolas" panose="020B0609020204030204" pitchFamily="49" charset="0"/>
              </a:rPr>
              <a:t>Explorer</a:t>
            </a:r>
          </a:p>
          <a:p>
            <a:pPr algn="ctr"/>
            <a:r>
              <a:rPr lang="ja-JP" altLang="en-US" sz="800">
                <a:solidFill>
                  <a:schemeClr val="bg1"/>
                </a:solidFill>
                <a:latin typeface="Consolas" panose="020B0609020204030204" pitchFamily="49" charset="0"/>
              </a:rPr>
              <a:t>再起動</a:t>
            </a:r>
          </a:p>
        </p:txBody>
      </p:sp>
      <p:sp>
        <p:nvSpPr>
          <p:cNvPr id="26" name="角丸四角形 25"/>
          <p:cNvSpPr/>
          <p:nvPr/>
        </p:nvSpPr>
        <p:spPr>
          <a:xfrm>
            <a:off x="3510536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7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7" name="角丸四角形 26"/>
          <p:cNvSpPr/>
          <p:nvPr/>
        </p:nvSpPr>
        <p:spPr>
          <a:xfrm>
            <a:off x="4047117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8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4583698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5120279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7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0" name="角丸四角形 29"/>
          <p:cNvSpPr/>
          <p:nvPr/>
        </p:nvSpPr>
        <p:spPr>
          <a:xfrm>
            <a:off x="5656860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en-US" altLang="ja-JP" sz="7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1" name="角丸四角形 30"/>
          <p:cNvSpPr/>
          <p:nvPr/>
        </p:nvSpPr>
        <p:spPr>
          <a:xfrm>
            <a:off x="6193441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6730022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3" name="角丸四角形 32"/>
          <p:cNvSpPr/>
          <p:nvPr/>
        </p:nvSpPr>
        <p:spPr>
          <a:xfrm>
            <a:off x="7266603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4" name="角丸四角形 33"/>
          <p:cNvSpPr/>
          <p:nvPr/>
        </p:nvSpPr>
        <p:spPr>
          <a:xfrm>
            <a:off x="7803185" y="3895694"/>
            <a:ext cx="749085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6" name="角丸四角形 35"/>
          <p:cNvSpPr/>
          <p:nvPr/>
        </p:nvSpPr>
        <p:spPr>
          <a:xfrm>
            <a:off x="154709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</a:rPr>
              <a:t>Vol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</a:rPr>
              <a:t>Down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7" name="角丸四角形 36"/>
          <p:cNvSpPr/>
          <p:nvPr/>
        </p:nvSpPr>
        <p:spPr>
          <a:xfrm>
            <a:off x="2083673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Screen</a:t>
            </a:r>
          </a:p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Capture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9" name="角丸四角形 38"/>
          <p:cNvSpPr/>
          <p:nvPr/>
        </p:nvSpPr>
        <p:spPr>
          <a:xfrm>
            <a:off x="3156835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en-US" altLang="ja-JP" sz="10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0" name="角丸四角形 39"/>
          <p:cNvSpPr/>
          <p:nvPr/>
        </p:nvSpPr>
        <p:spPr>
          <a:xfrm>
            <a:off x="3693416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1" name="角丸四角形 40"/>
          <p:cNvSpPr/>
          <p:nvPr/>
        </p:nvSpPr>
        <p:spPr>
          <a:xfrm>
            <a:off x="4229997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2" name="角丸四角形 41"/>
          <p:cNvSpPr/>
          <p:nvPr/>
        </p:nvSpPr>
        <p:spPr>
          <a:xfrm>
            <a:off x="4766578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en-US" altLang="ja-JP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3" name="角丸四角形 42"/>
          <p:cNvSpPr/>
          <p:nvPr/>
        </p:nvSpPr>
        <p:spPr>
          <a:xfrm>
            <a:off x="5303159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5839740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5" name="角丸四角形 44"/>
          <p:cNvSpPr/>
          <p:nvPr/>
        </p:nvSpPr>
        <p:spPr>
          <a:xfrm>
            <a:off x="6376321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6" name="角丸四角形 45"/>
          <p:cNvSpPr/>
          <p:nvPr/>
        </p:nvSpPr>
        <p:spPr>
          <a:xfrm>
            <a:off x="691290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1" name="角丸四角形 50"/>
          <p:cNvSpPr/>
          <p:nvPr/>
        </p:nvSpPr>
        <p:spPr>
          <a:xfrm>
            <a:off x="2331118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0" name="角丸四角形 49"/>
          <p:cNvSpPr/>
          <p:nvPr/>
        </p:nvSpPr>
        <p:spPr>
          <a:xfrm>
            <a:off x="1794537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2" name="角丸四角形 51"/>
          <p:cNvSpPr/>
          <p:nvPr/>
        </p:nvSpPr>
        <p:spPr>
          <a:xfrm>
            <a:off x="2867699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3" name="角丸四角形 52"/>
          <p:cNvSpPr/>
          <p:nvPr/>
        </p:nvSpPr>
        <p:spPr>
          <a:xfrm>
            <a:off x="3404280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4" name="角丸四角形 53"/>
          <p:cNvSpPr/>
          <p:nvPr/>
        </p:nvSpPr>
        <p:spPr>
          <a:xfrm>
            <a:off x="3940861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5" name="角丸四角形 54"/>
          <p:cNvSpPr/>
          <p:nvPr/>
        </p:nvSpPr>
        <p:spPr>
          <a:xfrm>
            <a:off x="4477442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6" name="角丸四角形 55"/>
          <p:cNvSpPr/>
          <p:nvPr/>
        </p:nvSpPr>
        <p:spPr>
          <a:xfrm>
            <a:off x="5014023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7" name="角丸四角形 56"/>
          <p:cNvSpPr/>
          <p:nvPr/>
        </p:nvSpPr>
        <p:spPr>
          <a:xfrm>
            <a:off x="5550604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8" name="角丸四角形 57"/>
          <p:cNvSpPr/>
          <p:nvPr/>
        </p:nvSpPr>
        <p:spPr>
          <a:xfrm>
            <a:off x="6087185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9" name="角丸四角形 58"/>
          <p:cNvSpPr/>
          <p:nvPr/>
        </p:nvSpPr>
        <p:spPr>
          <a:xfrm>
            <a:off x="6623766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4" name="角丸四角形 63"/>
          <p:cNvSpPr/>
          <p:nvPr/>
        </p:nvSpPr>
        <p:spPr>
          <a:xfrm>
            <a:off x="2620254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DL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61" name="角丸四角形 62">
            <a:extLst>
              <a:ext uri="{FF2B5EF4-FFF2-40B4-BE49-F238E27FC236}">
                <a16:creationId xmlns:a16="http://schemas.microsoft.com/office/drawing/2014/main" id="{6A76328B-F9DB-40BA-A159-31D771CE9926}"/>
              </a:ext>
            </a:extLst>
          </p:cNvPr>
          <p:cNvSpPr/>
          <p:nvPr/>
        </p:nvSpPr>
        <p:spPr>
          <a:xfrm>
            <a:off x="1366997" y="5473034"/>
            <a:ext cx="464588" cy="465380"/>
          </a:xfrm>
          <a:prstGeom prst="roundRect">
            <a:avLst/>
          </a:prstGeom>
          <a:solidFill>
            <a:schemeClr val="tx2">
              <a:lumMod val="5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Alt</a:t>
            </a:r>
            <a:endParaRPr lang="ja-JP" altLang="en-US" sz="1600">
              <a:solidFill>
                <a:schemeClr val="tx2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3" name="角丸四角形 48">
            <a:extLst>
              <a:ext uri="{FF2B5EF4-FFF2-40B4-BE49-F238E27FC236}">
                <a16:creationId xmlns:a16="http://schemas.microsoft.com/office/drawing/2014/main" id="{829F6696-EF51-4503-B527-184A50051334}"/>
              </a:ext>
            </a:extLst>
          </p:cNvPr>
          <p:cNvSpPr/>
          <p:nvPr/>
        </p:nvSpPr>
        <p:spPr>
          <a:xfrm>
            <a:off x="569441" y="4421474"/>
            <a:ext cx="905658" cy="465380"/>
          </a:xfrm>
          <a:prstGeom prst="roundRect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CAPS</a:t>
            </a:r>
            <a:endParaRPr lang="ja-JP" altLang="en-US" sz="1600">
              <a:solidFill>
                <a:schemeClr val="accent2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051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99F57D7-A2DE-49D8-BABC-67C8F3C7BC01}"/>
              </a:ext>
            </a:extLst>
          </p:cNvPr>
          <p:cNvSpPr/>
          <p:nvPr/>
        </p:nvSpPr>
        <p:spPr>
          <a:xfrm>
            <a:off x="1700064" y="1844824"/>
            <a:ext cx="5896272" cy="125065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 anchor="t">
            <a:noAutofit/>
          </a:bodyPr>
          <a:lstStyle/>
          <a:p>
            <a:r>
              <a:rPr lang="en-US" altLang="ja-JP" sz="4000">
                <a:solidFill>
                  <a:schemeClr val="bg1"/>
                </a:solidFill>
                <a:latin typeface="+mj-ea"/>
                <a:cs typeface="Courier New" panose="02070309020205020404" pitchFamily="49" charset="0"/>
              </a:rPr>
              <a:t>Extended Clipboards</a:t>
            </a:r>
            <a:br>
              <a:rPr lang="en-US" altLang="ja-JP" sz="2000">
                <a:solidFill>
                  <a:schemeClr val="bg1"/>
                </a:solidFill>
                <a:latin typeface="+mj-ea"/>
                <a:cs typeface="Courier New" panose="02070309020205020404" pitchFamily="49" charset="0"/>
              </a:rPr>
            </a:br>
            <a:r>
              <a:rPr lang="en-US" altLang="ja-JP" sz="2000">
                <a:solidFill>
                  <a:schemeClr val="bg1"/>
                </a:solidFill>
                <a:latin typeface="+mj-ea"/>
                <a:cs typeface="Courier New" panose="02070309020205020404" pitchFamily="49" charset="0"/>
              </a:rPr>
              <a:t>SPACE</a:t>
            </a:r>
            <a:endParaRPr lang="ja-JP" altLang="en-US" sz="2000">
              <a:solidFill>
                <a:schemeClr val="bg1"/>
              </a:solidFill>
              <a:latin typeface="+mj-ea"/>
              <a:cs typeface="Courier New" panose="02070309020205020404" pitchFamily="49" charset="0"/>
            </a:endParaRPr>
          </a:p>
        </p:txBody>
      </p:sp>
      <p:sp>
        <p:nvSpPr>
          <p:cNvPr id="8" name="角丸四角形 7"/>
          <p:cNvSpPr/>
          <p:nvPr/>
        </p:nvSpPr>
        <p:spPr>
          <a:xfrm>
            <a:off x="1648704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P2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角丸四角形 9"/>
          <p:cNvSpPr/>
          <p:nvPr/>
        </p:nvSpPr>
        <p:spPr>
          <a:xfrm>
            <a:off x="2721866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P4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角丸四角形 10"/>
          <p:cNvSpPr/>
          <p:nvPr/>
        </p:nvSpPr>
        <p:spPr>
          <a:xfrm>
            <a:off x="3258447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P5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角丸四角形 11"/>
          <p:cNvSpPr/>
          <p:nvPr/>
        </p:nvSpPr>
        <p:spPr>
          <a:xfrm>
            <a:off x="3795028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P6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角丸四角形 12"/>
          <p:cNvSpPr/>
          <p:nvPr/>
        </p:nvSpPr>
        <p:spPr>
          <a:xfrm>
            <a:off x="4331609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P7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角丸四角形 13"/>
          <p:cNvSpPr/>
          <p:nvPr/>
        </p:nvSpPr>
        <p:spPr>
          <a:xfrm>
            <a:off x="4868190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P8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角丸四角形 14"/>
          <p:cNvSpPr/>
          <p:nvPr/>
        </p:nvSpPr>
        <p:spPr>
          <a:xfrm>
            <a:off x="5404771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P9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角丸四角形 15"/>
          <p:cNvSpPr/>
          <p:nvPr/>
        </p:nvSpPr>
        <p:spPr>
          <a:xfrm>
            <a:off x="594135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P0</a:t>
            </a:r>
          </a:p>
        </p:txBody>
      </p:sp>
      <p:sp>
        <p:nvSpPr>
          <p:cNvPr id="17" name="角丸四角形 16"/>
          <p:cNvSpPr/>
          <p:nvPr/>
        </p:nvSpPr>
        <p:spPr>
          <a:xfrm>
            <a:off x="6477933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角丸四角形 17"/>
          <p:cNvSpPr/>
          <p:nvPr/>
        </p:nvSpPr>
        <p:spPr>
          <a:xfrm>
            <a:off x="7014514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角丸四角形 18"/>
          <p:cNvSpPr/>
          <p:nvPr/>
        </p:nvSpPr>
        <p:spPr>
          <a:xfrm>
            <a:off x="7551095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角丸四角形 19"/>
          <p:cNvSpPr/>
          <p:nvPr/>
        </p:nvSpPr>
        <p:spPr>
          <a:xfrm>
            <a:off x="808768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  <a:ea typeface="游ゴシック Light" panose="020B0300000000000000" pitchFamily="50" charset="-128"/>
            </a:endParaRPr>
          </a:p>
        </p:txBody>
      </p:sp>
      <p:sp>
        <p:nvSpPr>
          <p:cNvPr id="22" name="角丸四角形 21"/>
          <p:cNvSpPr/>
          <p:nvPr/>
        </p:nvSpPr>
        <p:spPr>
          <a:xfrm>
            <a:off x="1364212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角丸四角形 22"/>
          <p:cNvSpPr/>
          <p:nvPr/>
        </p:nvSpPr>
        <p:spPr>
          <a:xfrm>
            <a:off x="1900793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4" name="角丸四角形 23"/>
          <p:cNvSpPr/>
          <p:nvPr/>
        </p:nvSpPr>
        <p:spPr>
          <a:xfrm>
            <a:off x="2437374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>
                <a:solidFill>
                  <a:schemeClr val="bg1"/>
                </a:solidFill>
                <a:latin typeface="Consolas" panose="020B0609020204030204" pitchFamily="49" charset="0"/>
              </a:rPr>
              <a:t>↑</a:t>
            </a:r>
          </a:p>
        </p:txBody>
      </p:sp>
      <p:sp>
        <p:nvSpPr>
          <p:cNvPr id="25" name="角丸四角形 24"/>
          <p:cNvSpPr/>
          <p:nvPr/>
        </p:nvSpPr>
        <p:spPr>
          <a:xfrm>
            <a:off x="2973955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角丸四角形 25"/>
          <p:cNvSpPr/>
          <p:nvPr/>
        </p:nvSpPr>
        <p:spPr>
          <a:xfrm>
            <a:off x="3510536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7" name="角丸四角形 26"/>
          <p:cNvSpPr/>
          <p:nvPr/>
        </p:nvSpPr>
        <p:spPr>
          <a:xfrm>
            <a:off x="4047117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900" b="1">
                <a:solidFill>
                  <a:schemeClr val="bg1"/>
                </a:solidFill>
                <a:latin typeface="Consolas" panose="020B0609020204030204" pitchFamily="49" charset="0"/>
              </a:rPr>
              <a:t>よろしく</a:t>
            </a:r>
          </a:p>
        </p:txBody>
      </p:sp>
      <p:sp>
        <p:nvSpPr>
          <p:cNvPr id="28" name="角丸四角形 27"/>
          <p:cNvSpPr/>
          <p:nvPr/>
        </p:nvSpPr>
        <p:spPr>
          <a:xfrm>
            <a:off x="4583698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>
                <a:solidFill>
                  <a:schemeClr val="bg1"/>
                </a:solidFill>
                <a:latin typeface="Consolas" panose="020B0609020204030204" pitchFamily="49" charset="0"/>
              </a:rPr>
              <a:t>■</a:t>
            </a:r>
          </a:p>
        </p:txBody>
      </p:sp>
      <p:sp>
        <p:nvSpPr>
          <p:cNvPr id="29" name="角丸四角形 28"/>
          <p:cNvSpPr/>
          <p:nvPr/>
        </p:nvSpPr>
        <p:spPr>
          <a:xfrm>
            <a:off x="5120279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900" b="1">
                <a:solidFill>
                  <a:schemeClr val="bg1"/>
                </a:solidFill>
                <a:latin typeface="Consolas" panose="020B0609020204030204" pitchFamily="49" charset="0"/>
              </a:rPr>
              <a:t>おつかれ</a:t>
            </a:r>
          </a:p>
        </p:txBody>
      </p:sp>
      <p:sp>
        <p:nvSpPr>
          <p:cNvPr id="30" name="角丸四角形 29"/>
          <p:cNvSpPr/>
          <p:nvPr/>
        </p:nvSpPr>
        <p:spPr>
          <a:xfrm>
            <a:off x="5656860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900" b="1">
                <a:solidFill>
                  <a:schemeClr val="bg1"/>
                </a:solidFill>
                <a:latin typeface="Consolas" panose="020B0609020204030204" pitchFamily="49" charset="0"/>
              </a:rPr>
              <a:t>おせわに</a:t>
            </a:r>
          </a:p>
        </p:txBody>
      </p:sp>
      <p:sp>
        <p:nvSpPr>
          <p:cNvPr id="31" name="角丸四角形 30"/>
          <p:cNvSpPr/>
          <p:nvPr/>
        </p:nvSpPr>
        <p:spPr>
          <a:xfrm>
            <a:off x="6193441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b="1">
                <a:solidFill>
                  <a:schemeClr val="bg1"/>
                </a:solidFill>
                <a:latin typeface="Consolas" panose="020B0609020204030204" pitchFamily="49" charset="0"/>
              </a:rPr>
              <a:t>P</a:t>
            </a:r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6730022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3" name="角丸四角形 32"/>
          <p:cNvSpPr/>
          <p:nvPr/>
        </p:nvSpPr>
        <p:spPr>
          <a:xfrm>
            <a:off x="7266603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角丸四角形 33"/>
          <p:cNvSpPr/>
          <p:nvPr/>
        </p:nvSpPr>
        <p:spPr>
          <a:xfrm>
            <a:off x="7803185" y="3895694"/>
            <a:ext cx="749085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  <a:ea typeface="游ゴシック Light" panose="020B0300000000000000" pitchFamily="50" charset="-128"/>
            </a:endParaRPr>
          </a:p>
        </p:txBody>
      </p:sp>
      <p:sp>
        <p:nvSpPr>
          <p:cNvPr id="36" name="角丸四角形 35"/>
          <p:cNvSpPr/>
          <p:nvPr/>
        </p:nvSpPr>
        <p:spPr>
          <a:xfrm>
            <a:off x="154709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7" name="角丸四角形 36"/>
          <p:cNvSpPr/>
          <p:nvPr/>
        </p:nvSpPr>
        <p:spPr>
          <a:xfrm>
            <a:off x="2083673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b="1">
                <a:solidFill>
                  <a:schemeClr val="bg1"/>
                </a:solidFill>
                <a:latin typeface="Consolas" panose="020B0609020204030204" pitchFamily="49" charset="0"/>
              </a:rPr>
              <a:t>S@</a:t>
            </a:r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8" name="角丸四角形 37"/>
          <p:cNvSpPr/>
          <p:nvPr/>
        </p:nvSpPr>
        <p:spPr>
          <a:xfrm>
            <a:off x="2620254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>
                <a:solidFill>
                  <a:schemeClr val="bg1"/>
                </a:solidFill>
                <a:latin typeface="Consolas" panose="020B0609020204030204" pitchFamily="49" charset="0"/>
              </a:rPr>
              <a:t>↓</a:t>
            </a:r>
          </a:p>
        </p:txBody>
      </p:sp>
      <p:sp>
        <p:nvSpPr>
          <p:cNvPr id="39" name="角丸四角形 38"/>
          <p:cNvSpPr/>
          <p:nvPr/>
        </p:nvSpPr>
        <p:spPr>
          <a:xfrm>
            <a:off x="3156835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</a:rPr>
              <a:t>Ft@</a:t>
            </a:r>
          </a:p>
        </p:txBody>
      </p:sp>
      <p:sp>
        <p:nvSpPr>
          <p:cNvPr id="40" name="角丸四角形 39"/>
          <p:cNvSpPr/>
          <p:nvPr/>
        </p:nvSpPr>
        <p:spPr>
          <a:xfrm>
            <a:off x="3693416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>
                <a:solidFill>
                  <a:schemeClr val="bg1"/>
                </a:solidFill>
                <a:latin typeface="Consolas" panose="020B0609020204030204" pitchFamily="49" charset="0"/>
              </a:rPr>
              <a:t>◎</a:t>
            </a:r>
            <a:endParaRPr lang="ja-JP" altLang="ja-JP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1" name="角丸四角形 40"/>
          <p:cNvSpPr/>
          <p:nvPr/>
        </p:nvSpPr>
        <p:spPr>
          <a:xfrm>
            <a:off x="4229997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>
                <a:solidFill>
                  <a:schemeClr val="bg1"/>
                </a:solidFill>
                <a:latin typeface="Consolas" panose="020B0609020204030204" pitchFamily="49" charset="0"/>
              </a:rPr>
              <a:t>☆</a:t>
            </a:r>
          </a:p>
        </p:txBody>
      </p:sp>
      <p:sp>
        <p:nvSpPr>
          <p:cNvPr id="42" name="角丸四角形 41"/>
          <p:cNvSpPr/>
          <p:nvPr/>
        </p:nvSpPr>
        <p:spPr>
          <a:xfrm>
            <a:off x="4766578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400" b="1" u="sng">
                <a:solidFill>
                  <a:schemeClr val="bg1"/>
                </a:solidFill>
                <a:latin typeface="Consolas" panose="020B0609020204030204" pitchFamily="49" charset="0"/>
              </a:rPr>
              <a:t>○</a:t>
            </a:r>
          </a:p>
        </p:txBody>
      </p:sp>
      <p:sp>
        <p:nvSpPr>
          <p:cNvPr id="43" name="角丸四角形 42"/>
          <p:cNvSpPr/>
          <p:nvPr/>
        </p:nvSpPr>
        <p:spPr>
          <a:xfrm>
            <a:off x="5303159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400" b="1">
                <a:solidFill>
                  <a:schemeClr val="bg1"/>
                </a:solidFill>
                <a:latin typeface="Consolas" panose="020B0609020204030204" pitchFamily="49" charset="0"/>
              </a:rPr>
              <a:t>●</a:t>
            </a:r>
            <a:endParaRPr lang="en-US" altLang="ja-JP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5839740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5" name="角丸四角形 44"/>
          <p:cNvSpPr/>
          <p:nvPr/>
        </p:nvSpPr>
        <p:spPr>
          <a:xfrm>
            <a:off x="6376321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6" name="角丸四角形 45"/>
          <p:cNvSpPr/>
          <p:nvPr/>
        </p:nvSpPr>
        <p:spPr>
          <a:xfrm>
            <a:off x="691290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0" name="角丸四角形 49"/>
          <p:cNvSpPr/>
          <p:nvPr/>
        </p:nvSpPr>
        <p:spPr>
          <a:xfrm>
            <a:off x="1794537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  <a:ea typeface="游ゴシック Light" panose="020B0300000000000000" pitchFamily="50" charset="-128"/>
            </a:endParaRPr>
          </a:p>
        </p:txBody>
      </p:sp>
      <p:sp>
        <p:nvSpPr>
          <p:cNvPr id="51" name="角丸四角形 50"/>
          <p:cNvSpPr/>
          <p:nvPr/>
        </p:nvSpPr>
        <p:spPr>
          <a:xfrm>
            <a:off x="2331118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  <a:ea typeface="游ゴシック Light" panose="020B0300000000000000" pitchFamily="50" charset="-128"/>
            </a:endParaRPr>
          </a:p>
        </p:txBody>
      </p:sp>
      <p:sp>
        <p:nvSpPr>
          <p:cNvPr id="52" name="角丸四角形 51"/>
          <p:cNvSpPr/>
          <p:nvPr/>
        </p:nvSpPr>
        <p:spPr>
          <a:xfrm>
            <a:off x="2867699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200" b="1">
              <a:solidFill>
                <a:schemeClr val="bg1"/>
              </a:solidFill>
              <a:latin typeface="Consolas" panose="020B0609020204030204" pitchFamily="49" charset="0"/>
              <a:ea typeface="游ゴシック Light" panose="020B0300000000000000" pitchFamily="50" charset="-128"/>
            </a:endParaRPr>
          </a:p>
        </p:txBody>
      </p:sp>
      <p:sp>
        <p:nvSpPr>
          <p:cNvPr id="53" name="角丸四角形 52"/>
          <p:cNvSpPr/>
          <p:nvPr/>
        </p:nvSpPr>
        <p:spPr>
          <a:xfrm>
            <a:off x="3404280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  <a:ea typeface="游ゴシック Light" panose="020B0300000000000000" pitchFamily="50" charset="-128"/>
            </a:endParaRPr>
          </a:p>
        </p:txBody>
      </p:sp>
      <p:sp>
        <p:nvSpPr>
          <p:cNvPr id="54" name="角丸四角形 53"/>
          <p:cNvSpPr/>
          <p:nvPr/>
        </p:nvSpPr>
        <p:spPr>
          <a:xfrm>
            <a:off x="3940861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  <a:ea typeface="游ゴシック Light" panose="020B0300000000000000" pitchFamily="50" charset="-128"/>
            </a:endParaRPr>
          </a:p>
        </p:txBody>
      </p:sp>
      <p:sp>
        <p:nvSpPr>
          <p:cNvPr id="55" name="角丸四角形 54"/>
          <p:cNvSpPr/>
          <p:nvPr/>
        </p:nvSpPr>
        <p:spPr>
          <a:xfrm>
            <a:off x="4477442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>
                <a:solidFill>
                  <a:schemeClr val="bg1"/>
                </a:solidFill>
                <a:latin typeface="Consolas" panose="020B0609020204030204" pitchFamily="49" charset="0"/>
                <a:ea typeface="游ゴシック Light" panose="020B0300000000000000" pitchFamily="50" charset="-128"/>
              </a:rPr>
              <a:t>中</a:t>
            </a:r>
          </a:p>
        </p:txBody>
      </p:sp>
      <p:sp>
        <p:nvSpPr>
          <p:cNvPr id="56" name="角丸四角形 55"/>
          <p:cNvSpPr/>
          <p:nvPr/>
        </p:nvSpPr>
        <p:spPr>
          <a:xfrm>
            <a:off x="5014023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>
                <a:solidFill>
                  <a:schemeClr val="bg1"/>
                </a:solidFill>
                <a:latin typeface="Consolas" panose="020B0609020204030204" pitchFamily="49" charset="0"/>
                <a:ea typeface="游ゴシック Light" panose="020B0300000000000000" pitchFamily="50" charset="-128"/>
              </a:rPr>
              <a:t>●</a:t>
            </a:r>
          </a:p>
        </p:txBody>
      </p:sp>
      <p:sp>
        <p:nvSpPr>
          <p:cNvPr id="57" name="角丸四角形 56"/>
          <p:cNvSpPr/>
          <p:nvPr/>
        </p:nvSpPr>
        <p:spPr>
          <a:xfrm>
            <a:off x="5550604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  <a:ea typeface="游ゴシック Light" panose="020B0300000000000000" pitchFamily="50" charset="-128"/>
            </a:endParaRPr>
          </a:p>
        </p:txBody>
      </p:sp>
      <p:sp>
        <p:nvSpPr>
          <p:cNvPr id="58" name="角丸四角形 57"/>
          <p:cNvSpPr/>
          <p:nvPr/>
        </p:nvSpPr>
        <p:spPr>
          <a:xfrm>
            <a:off x="6087185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  <a:ea typeface="游ゴシック Light" panose="020B0300000000000000" pitchFamily="50" charset="-128"/>
            </a:endParaRPr>
          </a:p>
        </p:txBody>
      </p:sp>
      <p:sp>
        <p:nvSpPr>
          <p:cNvPr id="59" name="角丸四角形 58"/>
          <p:cNvSpPr/>
          <p:nvPr/>
        </p:nvSpPr>
        <p:spPr>
          <a:xfrm>
            <a:off x="6623766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400" b="1">
              <a:solidFill>
                <a:schemeClr val="bg1"/>
              </a:solidFill>
              <a:latin typeface="Consolas" panose="020B0609020204030204" pitchFamily="49" charset="0"/>
              <a:ea typeface="游ゴシック Light" panose="020B0300000000000000" pitchFamily="50" charset="-128"/>
            </a:endParaRPr>
          </a:p>
        </p:txBody>
      </p:sp>
      <p:sp>
        <p:nvSpPr>
          <p:cNvPr id="79" name="角丸四角形 78"/>
          <p:cNvSpPr/>
          <p:nvPr/>
        </p:nvSpPr>
        <p:spPr>
          <a:xfrm>
            <a:off x="1112123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P1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82" name="角丸四角形 81"/>
          <p:cNvSpPr/>
          <p:nvPr/>
        </p:nvSpPr>
        <p:spPr>
          <a:xfrm>
            <a:off x="2185285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P3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61" name="角丸四角形 68">
            <a:extLst>
              <a:ext uri="{FF2B5EF4-FFF2-40B4-BE49-F238E27FC236}">
                <a16:creationId xmlns:a16="http://schemas.microsoft.com/office/drawing/2014/main" id="{F9A72C09-BA33-4B01-84B8-F83691AF441D}"/>
              </a:ext>
            </a:extLst>
          </p:cNvPr>
          <p:cNvSpPr/>
          <p:nvPr/>
        </p:nvSpPr>
        <p:spPr>
          <a:xfrm>
            <a:off x="2727795" y="5473034"/>
            <a:ext cx="3135639" cy="46538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SPACE</a:t>
            </a:r>
            <a:endParaRPr lang="ja-JP" altLang="en-US" sz="160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0FEC4BE8-E32B-44A7-8B83-A255762E1D44}"/>
              </a:ext>
            </a:extLst>
          </p:cNvPr>
          <p:cNvGrpSpPr/>
          <p:nvPr/>
        </p:nvGrpSpPr>
        <p:grpSpPr>
          <a:xfrm>
            <a:off x="1825682" y="1978354"/>
            <a:ext cx="5551808" cy="983952"/>
            <a:chOff x="1769043" y="1895147"/>
            <a:chExt cx="6744584" cy="1195348"/>
          </a:xfrm>
        </p:grpSpPr>
        <p:sp>
          <p:nvSpPr>
            <p:cNvPr id="64" name="テキスト ボックス 63">
              <a:extLst>
                <a:ext uri="{FF2B5EF4-FFF2-40B4-BE49-F238E27FC236}">
                  <a16:creationId xmlns:a16="http://schemas.microsoft.com/office/drawing/2014/main" id="{A9C74363-E038-46ED-96F8-9E48FEEADEC2}"/>
                </a:ext>
              </a:extLst>
            </p:cNvPr>
            <p:cNvSpPr txBox="1"/>
            <p:nvPr/>
          </p:nvSpPr>
          <p:spPr>
            <a:xfrm>
              <a:off x="1769043" y="2529642"/>
              <a:ext cx="6335764" cy="5608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>
                  <a:solidFill>
                    <a:schemeClr val="bg1"/>
                  </a:solidFill>
                </a:rPr>
                <a:t>Paste   			          + </a:t>
              </a:r>
              <a:endParaRPr lang="ja-JP" altLang="en-US" sz="2400">
                <a:solidFill>
                  <a:schemeClr val="bg1"/>
                </a:solidFill>
              </a:endParaRPr>
            </a:p>
          </p:txBody>
        </p:sp>
        <p:sp>
          <p:nvSpPr>
            <p:cNvPr id="62" name="角丸四角形 68">
              <a:extLst>
                <a:ext uri="{FF2B5EF4-FFF2-40B4-BE49-F238E27FC236}">
                  <a16:creationId xmlns:a16="http://schemas.microsoft.com/office/drawing/2014/main" id="{B5467195-E9C4-4C07-A038-787B4EF29957}"/>
                </a:ext>
              </a:extLst>
            </p:cNvPr>
            <p:cNvSpPr/>
            <p:nvPr/>
          </p:nvSpPr>
          <p:spPr>
            <a:xfrm>
              <a:off x="2939529" y="2568228"/>
              <a:ext cx="2989339" cy="465380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>
                  <a:solidFill>
                    <a:schemeClr val="accent2">
                      <a:lumMod val="50000"/>
                    </a:schemeClr>
                  </a:solidFill>
                  <a:latin typeface="+mj-lt"/>
                </a:rPr>
                <a:t>SPACE</a:t>
              </a:r>
              <a:endParaRPr lang="ja-JP" altLang="en-US">
                <a:solidFill>
                  <a:schemeClr val="accent2">
                    <a:lumMod val="50000"/>
                  </a:schemeClr>
                </a:solidFill>
                <a:latin typeface="+mj-lt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5F4D0E7A-240E-407D-872B-ECF5F2A4B485}"/>
                </a:ext>
              </a:extLst>
            </p:cNvPr>
            <p:cNvSpPr txBox="1"/>
            <p:nvPr/>
          </p:nvSpPr>
          <p:spPr>
            <a:xfrm>
              <a:off x="1769043" y="1895147"/>
              <a:ext cx="6335763" cy="5608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>
                  <a:solidFill>
                    <a:schemeClr val="bg1"/>
                  </a:solidFill>
                </a:rPr>
                <a:t>Copy                      	          +                 </a:t>
              </a:r>
              <a:r>
                <a:rPr lang="en-US" altLang="ja-JP" sz="2000">
                  <a:solidFill>
                    <a:schemeClr val="bg1"/>
                  </a:solidFill>
                </a:rPr>
                <a:t> </a:t>
              </a:r>
              <a:r>
                <a:rPr lang="en-US" altLang="ja-JP" sz="2400">
                  <a:solidFill>
                    <a:schemeClr val="bg1"/>
                  </a:solidFill>
                </a:rPr>
                <a:t>+</a:t>
              </a:r>
              <a:endParaRPr lang="ja-JP" altLang="en-US" sz="2400">
                <a:solidFill>
                  <a:schemeClr val="bg1"/>
                </a:solidFill>
              </a:endParaRPr>
            </a:p>
          </p:txBody>
        </p:sp>
        <p:sp>
          <p:nvSpPr>
            <p:cNvPr id="63" name="角丸四角形 19">
              <a:extLst>
                <a:ext uri="{FF2B5EF4-FFF2-40B4-BE49-F238E27FC236}">
                  <a16:creationId xmlns:a16="http://schemas.microsoft.com/office/drawing/2014/main" id="{22165758-71B3-45B3-9E8B-60DD2D94180E}"/>
                </a:ext>
              </a:extLst>
            </p:cNvPr>
            <p:cNvSpPr/>
            <p:nvPr/>
          </p:nvSpPr>
          <p:spPr>
            <a:xfrm>
              <a:off x="6376321" y="2587526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sz="1200" b="1">
                <a:solidFill>
                  <a:schemeClr val="bg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endParaRPr>
            </a:p>
          </p:txBody>
        </p:sp>
        <p:sp>
          <p:nvSpPr>
            <p:cNvPr id="65" name="角丸四角形 68">
              <a:extLst>
                <a:ext uri="{FF2B5EF4-FFF2-40B4-BE49-F238E27FC236}">
                  <a16:creationId xmlns:a16="http://schemas.microsoft.com/office/drawing/2014/main" id="{E9F69A7B-0D96-47F2-80F5-9F7B561B0997}"/>
                </a:ext>
              </a:extLst>
            </p:cNvPr>
            <p:cNvSpPr/>
            <p:nvPr/>
          </p:nvSpPr>
          <p:spPr>
            <a:xfrm>
              <a:off x="2939529" y="1929243"/>
              <a:ext cx="2989339" cy="465380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>
                  <a:solidFill>
                    <a:schemeClr val="accent2">
                      <a:lumMod val="50000"/>
                    </a:schemeClr>
                  </a:solidFill>
                  <a:latin typeface="+mj-lt"/>
                </a:rPr>
                <a:t>SPACE</a:t>
              </a:r>
              <a:endParaRPr lang="ja-JP" altLang="en-US">
                <a:solidFill>
                  <a:schemeClr val="accent2">
                    <a:lumMod val="50000"/>
                  </a:schemeClr>
                </a:solidFill>
                <a:latin typeface="+mj-lt"/>
              </a:endParaRPr>
            </a:p>
          </p:txBody>
        </p:sp>
        <p:sp>
          <p:nvSpPr>
            <p:cNvPr id="66" name="角丸四角形 19">
              <a:extLst>
                <a:ext uri="{FF2B5EF4-FFF2-40B4-BE49-F238E27FC236}">
                  <a16:creationId xmlns:a16="http://schemas.microsoft.com/office/drawing/2014/main" id="{CD3676F6-A200-4F41-847A-55E2573BD35B}"/>
                </a:ext>
              </a:extLst>
            </p:cNvPr>
            <p:cNvSpPr/>
            <p:nvPr/>
          </p:nvSpPr>
          <p:spPr>
            <a:xfrm>
              <a:off x="8049039" y="1930462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sz="1200" b="1">
                <a:solidFill>
                  <a:schemeClr val="bg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endParaRPr>
            </a:p>
          </p:txBody>
        </p:sp>
        <p:sp>
          <p:nvSpPr>
            <p:cNvPr id="67" name="角丸四角形 60">
              <a:extLst>
                <a:ext uri="{FF2B5EF4-FFF2-40B4-BE49-F238E27FC236}">
                  <a16:creationId xmlns:a16="http://schemas.microsoft.com/office/drawing/2014/main" id="{DFD09F3B-0C33-4A94-9100-9BEB4F3BA459}"/>
                </a:ext>
              </a:extLst>
            </p:cNvPr>
            <p:cNvSpPr/>
            <p:nvPr/>
          </p:nvSpPr>
          <p:spPr>
            <a:xfrm>
              <a:off x="6376321" y="1929243"/>
              <a:ext cx="1153098" cy="465380"/>
            </a:xfrm>
            <a:prstGeom prst="roundRect">
              <a:avLst/>
            </a:prstGeom>
            <a:solidFill>
              <a:srgbClr val="002060"/>
            </a:solidFill>
            <a:ln w="127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+mj-lt"/>
                </a:rPr>
                <a:t>SHIFT</a:t>
              </a:r>
              <a:endParaRPr lang="ja-JP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</a:endParaRPr>
            </a:p>
          </p:txBody>
        </p:sp>
      </p:grpSp>
      <p:sp>
        <p:nvSpPr>
          <p:cNvPr id="70" name="角丸四角形 60">
            <a:extLst>
              <a:ext uri="{FF2B5EF4-FFF2-40B4-BE49-F238E27FC236}">
                <a16:creationId xmlns:a16="http://schemas.microsoft.com/office/drawing/2014/main" id="{F8CC25D3-B53E-4B47-A924-87411D6924D6}"/>
              </a:ext>
            </a:extLst>
          </p:cNvPr>
          <p:cNvSpPr/>
          <p:nvPr/>
        </p:nvSpPr>
        <p:spPr>
          <a:xfrm>
            <a:off x="569442" y="4947254"/>
            <a:ext cx="1153098" cy="465380"/>
          </a:xfrm>
          <a:prstGeom prst="roundRect">
            <a:avLst/>
          </a:prstGeom>
          <a:solidFill>
            <a:srgbClr val="002060"/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LSHIFT</a:t>
            </a:r>
            <a:endParaRPr lang="ja-JP" altLang="en-US" sz="1600">
              <a:solidFill>
                <a:schemeClr val="accent5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71" name="角丸四角形 59">
            <a:extLst>
              <a:ext uri="{FF2B5EF4-FFF2-40B4-BE49-F238E27FC236}">
                <a16:creationId xmlns:a16="http://schemas.microsoft.com/office/drawing/2014/main" id="{0AF9C605-C16E-431F-8F3E-A36982B5969B}"/>
              </a:ext>
            </a:extLst>
          </p:cNvPr>
          <p:cNvSpPr/>
          <p:nvPr/>
        </p:nvSpPr>
        <p:spPr>
          <a:xfrm>
            <a:off x="7152803" y="4947254"/>
            <a:ext cx="855337" cy="465380"/>
          </a:xfrm>
          <a:prstGeom prst="roundRect">
            <a:avLst/>
          </a:prstGeom>
          <a:solidFill>
            <a:srgbClr val="002060"/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RSHIFT</a:t>
            </a:r>
            <a:endParaRPr lang="ja-JP" altLang="en-US" sz="1600">
              <a:solidFill>
                <a:schemeClr val="accent5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667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「powerpoint icon」の画像検索結果">
            <a:extLst>
              <a:ext uri="{FF2B5EF4-FFF2-40B4-BE49-F238E27FC236}">
                <a16:creationId xmlns:a16="http://schemas.microsoft.com/office/drawing/2014/main" id="{F53B7DEE-FEF1-4EFA-BB97-CE26FB1AE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8744" y="3865934"/>
            <a:ext cx="524900" cy="524900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「Excel icon」の画像検索結果">
            <a:extLst>
              <a:ext uri="{FF2B5EF4-FFF2-40B4-BE49-F238E27FC236}">
                <a16:creationId xmlns:a16="http://schemas.microsoft.com/office/drawing/2014/main" id="{3ACC35A2-9567-4AA7-9FE8-A1F493FB0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0458" y="4386093"/>
            <a:ext cx="547252" cy="547252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角丸四角形 52"/>
          <p:cNvSpPr/>
          <p:nvPr/>
        </p:nvSpPr>
        <p:spPr>
          <a:xfrm>
            <a:off x="3404280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en-US" altLang="ja-JP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271" y="355610"/>
            <a:ext cx="8335838" cy="1325563"/>
          </a:xfrm>
        </p:spPr>
        <p:txBody>
          <a:bodyPr anchor="t">
            <a:noAutofit/>
          </a:bodyPr>
          <a:lstStyle/>
          <a:p>
            <a:r>
              <a:rPr lang="en-US" altLang="ja-JP" sz="4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APP Launch / APP Shift</a:t>
            </a:r>
            <a:b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</a:br>
            <a: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CAPS&amp;SPACE</a:t>
            </a:r>
            <a:b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</a:br>
            <a:b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</a:br>
            <a:b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</a:br>
            <a:endParaRPr lang="en-US" altLang="ja-JP" sz="20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7" name="角丸四角形 6"/>
          <p:cNvSpPr/>
          <p:nvPr/>
        </p:nvSpPr>
        <p:spPr>
          <a:xfrm>
            <a:off x="1112123" y="3369914"/>
            <a:ext cx="464588" cy="46538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200">
                <a:solidFill>
                  <a:srgbClr val="0070C0"/>
                </a:solidFill>
                <a:latin typeface="Consolas" panose="020B0609020204030204" pitchFamily="49" charset="0"/>
              </a:rPr>
              <a:t>App1</a:t>
            </a:r>
            <a:endParaRPr lang="ja-JP" altLang="en-US" sz="1200">
              <a:solidFill>
                <a:srgbClr val="0070C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角丸四角形 7"/>
          <p:cNvSpPr/>
          <p:nvPr/>
        </p:nvSpPr>
        <p:spPr>
          <a:xfrm>
            <a:off x="1648704" y="3369914"/>
            <a:ext cx="464588" cy="46538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200">
                <a:solidFill>
                  <a:srgbClr val="0070C0"/>
                </a:solidFill>
                <a:latin typeface="Consolas" panose="020B0609020204030204" pitchFamily="49" charset="0"/>
              </a:rPr>
              <a:t>App2	</a:t>
            </a:r>
          </a:p>
        </p:txBody>
      </p:sp>
      <p:sp>
        <p:nvSpPr>
          <p:cNvPr id="9" name="角丸四角形 8"/>
          <p:cNvSpPr/>
          <p:nvPr/>
        </p:nvSpPr>
        <p:spPr>
          <a:xfrm>
            <a:off x="2185285" y="3369914"/>
            <a:ext cx="464588" cy="46538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200">
                <a:solidFill>
                  <a:srgbClr val="0070C0"/>
                </a:solidFill>
                <a:latin typeface="Consolas" panose="020B0609020204030204" pitchFamily="49" charset="0"/>
              </a:rPr>
              <a:t>App3	</a:t>
            </a:r>
          </a:p>
        </p:txBody>
      </p:sp>
      <p:sp>
        <p:nvSpPr>
          <p:cNvPr id="10" name="角丸四角形 9"/>
          <p:cNvSpPr/>
          <p:nvPr/>
        </p:nvSpPr>
        <p:spPr>
          <a:xfrm>
            <a:off x="2721866" y="3369914"/>
            <a:ext cx="464588" cy="46538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200">
                <a:solidFill>
                  <a:srgbClr val="0070C0"/>
                </a:solidFill>
                <a:latin typeface="Consolas" panose="020B0609020204030204" pitchFamily="49" charset="0"/>
              </a:rPr>
              <a:t>App4</a:t>
            </a:r>
          </a:p>
        </p:txBody>
      </p:sp>
      <p:sp>
        <p:nvSpPr>
          <p:cNvPr id="11" name="角丸四角形 10"/>
          <p:cNvSpPr/>
          <p:nvPr/>
        </p:nvSpPr>
        <p:spPr>
          <a:xfrm>
            <a:off x="3258447" y="3369914"/>
            <a:ext cx="464588" cy="46538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200">
                <a:solidFill>
                  <a:srgbClr val="0070C0"/>
                </a:solidFill>
                <a:latin typeface="Consolas" panose="020B0609020204030204" pitchFamily="49" charset="0"/>
              </a:rPr>
              <a:t>App5	</a:t>
            </a:r>
          </a:p>
        </p:txBody>
      </p:sp>
      <p:sp>
        <p:nvSpPr>
          <p:cNvPr id="12" name="角丸四角形 11"/>
          <p:cNvSpPr/>
          <p:nvPr/>
        </p:nvSpPr>
        <p:spPr>
          <a:xfrm>
            <a:off x="3795028" y="3369914"/>
            <a:ext cx="464588" cy="46538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200">
                <a:solidFill>
                  <a:srgbClr val="0070C0"/>
                </a:solidFill>
                <a:latin typeface="Consolas" panose="020B0609020204030204" pitchFamily="49" charset="0"/>
              </a:rPr>
              <a:t>App6</a:t>
            </a:r>
          </a:p>
        </p:txBody>
      </p:sp>
      <p:sp>
        <p:nvSpPr>
          <p:cNvPr id="13" name="角丸四角形 12"/>
          <p:cNvSpPr/>
          <p:nvPr/>
        </p:nvSpPr>
        <p:spPr>
          <a:xfrm>
            <a:off x="4331609" y="3369914"/>
            <a:ext cx="464588" cy="46538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200">
                <a:solidFill>
                  <a:srgbClr val="0070C0"/>
                </a:solidFill>
                <a:latin typeface="Consolas" panose="020B0609020204030204" pitchFamily="49" charset="0"/>
              </a:rPr>
              <a:t>App7</a:t>
            </a:r>
          </a:p>
        </p:txBody>
      </p:sp>
      <p:sp>
        <p:nvSpPr>
          <p:cNvPr id="14" name="角丸四角形 13"/>
          <p:cNvSpPr/>
          <p:nvPr/>
        </p:nvSpPr>
        <p:spPr>
          <a:xfrm>
            <a:off x="4868190" y="3369914"/>
            <a:ext cx="464588" cy="46538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200">
                <a:solidFill>
                  <a:srgbClr val="0070C0"/>
                </a:solidFill>
                <a:latin typeface="Consolas" panose="020B0609020204030204" pitchFamily="49" charset="0"/>
              </a:rPr>
              <a:t>App8</a:t>
            </a:r>
          </a:p>
        </p:txBody>
      </p:sp>
      <p:sp>
        <p:nvSpPr>
          <p:cNvPr id="15" name="角丸四角形 14"/>
          <p:cNvSpPr/>
          <p:nvPr/>
        </p:nvSpPr>
        <p:spPr>
          <a:xfrm>
            <a:off x="5404771" y="3369914"/>
            <a:ext cx="464588" cy="46538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200">
                <a:solidFill>
                  <a:srgbClr val="0070C0"/>
                </a:solidFill>
                <a:latin typeface="Consolas" panose="020B0609020204030204" pitchFamily="49" charset="0"/>
              </a:rPr>
              <a:t>App9</a:t>
            </a:r>
          </a:p>
        </p:txBody>
      </p:sp>
      <p:sp>
        <p:nvSpPr>
          <p:cNvPr id="16" name="角丸四角形 15"/>
          <p:cNvSpPr/>
          <p:nvPr/>
        </p:nvSpPr>
        <p:spPr>
          <a:xfrm>
            <a:off x="5941352" y="3369914"/>
            <a:ext cx="464588" cy="465380"/>
          </a:xfrm>
          <a:prstGeom prst="round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200">
                <a:solidFill>
                  <a:srgbClr val="0070C0"/>
                </a:solidFill>
                <a:latin typeface="Consolas" panose="020B0609020204030204" pitchFamily="49" charset="0"/>
              </a:rPr>
              <a:t>App0</a:t>
            </a:r>
          </a:p>
        </p:txBody>
      </p:sp>
      <p:sp>
        <p:nvSpPr>
          <p:cNvPr id="17" name="角丸四角形 16"/>
          <p:cNvSpPr/>
          <p:nvPr/>
        </p:nvSpPr>
        <p:spPr>
          <a:xfrm>
            <a:off x="6477933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角丸四角形 17"/>
          <p:cNvSpPr/>
          <p:nvPr/>
        </p:nvSpPr>
        <p:spPr>
          <a:xfrm>
            <a:off x="7014514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9" name="角丸四角形 18"/>
          <p:cNvSpPr/>
          <p:nvPr/>
        </p:nvSpPr>
        <p:spPr>
          <a:xfrm>
            <a:off x="7551095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0" name="角丸四角形 19"/>
          <p:cNvSpPr/>
          <p:nvPr/>
        </p:nvSpPr>
        <p:spPr>
          <a:xfrm>
            <a:off x="808768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2" name="角丸四角形 21"/>
          <p:cNvSpPr/>
          <p:nvPr/>
        </p:nvSpPr>
        <p:spPr>
          <a:xfrm>
            <a:off x="1364212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3" name="角丸四角形 22"/>
          <p:cNvSpPr/>
          <p:nvPr/>
        </p:nvSpPr>
        <p:spPr>
          <a:xfrm>
            <a:off x="1900793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4" name="角丸四角形 23"/>
          <p:cNvSpPr/>
          <p:nvPr/>
        </p:nvSpPr>
        <p:spPr>
          <a:xfrm>
            <a:off x="2437374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5" name="角丸四角形 24"/>
          <p:cNvSpPr/>
          <p:nvPr/>
        </p:nvSpPr>
        <p:spPr>
          <a:xfrm>
            <a:off x="2973955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6" name="角丸四角形 25"/>
          <p:cNvSpPr/>
          <p:nvPr/>
        </p:nvSpPr>
        <p:spPr>
          <a:xfrm>
            <a:off x="3510536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7" name="角丸四角形 26"/>
          <p:cNvSpPr/>
          <p:nvPr/>
        </p:nvSpPr>
        <p:spPr>
          <a:xfrm>
            <a:off x="4047117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4583698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5120720" y="3893250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en-US" altLang="ja-JP" sz="105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0" name="角丸四角形 29"/>
          <p:cNvSpPr/>
          <p:nvPr/>
        </p:nvSpPr>
        <p:spPr>
          <a:xfrm>
            <a:off x="5656860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1" name="角丸四角形 30"/>
          <p:cNvSpPr/>
          <p:nvPr/>
        </p:nvSpPr>
        <p:spPr>
          <a:xfrm>
            <a:off x="6193441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4" name="角丸四角形 33"/>
          <p:cNvSpPr/>
          <p:nvPr/>
        </p:nvSpPr>
        <p:spPr>
          <a:xfrm>
            <a:off x="7803185" y="3895694"/>
            <a:ext cx="749085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6" name="角丸四角形 35"/>
          <p:cNvSpPr/>
          <p:nvPr/>
        </p:nvSpPr>
        <p:spPr>
          <a:xfrm>
            <a:off x="154709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7" name="角丸四角形 36"/>
          <p:cNvSpPr/>
          <p:nvPr/>
        </p:nvSpPr>
        <p:spPr>
          <a:xfrm>
            <a:off x="2083673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8" name="角丸四角形 37"/>
          <p:cNvSpPr/>
          <p:nvPr/>
        </p:nvSpPr>
        <p:spPr>
          <a:xfrm>
            <a:off x="2620254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9" name="角丸四角形 38"/>
          <p:cNvSpPr/>
          <p:nvPr/>
        </p:nvSpPr>
        <p:spPr>
          <a:xfrm>
            <a:off x="3156835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 u="sng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0" name="角丸四角形 39"/>
          <p:cNvSpPr/>
          <p:nvPr/>
        </p:nvSpPr>
        <p:spPr>
          <a:xfrm>
            <a:off x="3693416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1" name="角丸四角形 40"/>
          <p:cNvSpPr/>
          <p:nvPr/>
        </p:nvSpPr>
        <p:spPr>
          <a:xfrm>
            <a:off x="4229997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2" name="角丸四角形 41"/>
          <p:cNvSpPr/>
          <p:nvPr/>
        </p:nvSpPr>
        <p:spPr>
          <a:xfrm>
            <a:off x="4766578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en-US" altLang="ja-JP" sz="11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5839740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en-US" altLang="ja-JP" sz="11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5" name="角丸四角形 44"/>
          <p:cNvSpPr/>
          <p:nvPr/>
        </p:nvSpPr>
        <p:spPr>
          <a:xfrm>
            <a:off x="6376321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46" name="角丸四角形 45"/>
          <p:cNvSpPr/>
          <p:nvPr/>
        </p:nvSpPr>
        <p:spPr>
          <a:xfrm>
            <a:off x="691290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latin typeface="Consolas" panose="020B0609020204030204" pitchFamily="49" charset="0"/>
            </a:endParaRPr>
          </a:p>
        </p:txBody>
      </p:sp>
      <p:sp>
        <p:nvSpPr>
          <p:cNvPr id="50" name="角丸四角形 49"/>
          <p:cNvSpPr/>
          <p:nvPr/>
        </p:nvSpPr>
        <p:spPr>
          <a:xfrm>
            <a:off x="1794537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1" name="角丸四角形 50"/>
          <p:cNvSpPr/>
          <p:nvPr/>
        </p:nvSpPr>
        <p:spPr>
          <a:xfrm>
            <a:off x="2331118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2" name="角丸四角形 51"/>
          <p:cNvSpPr/>
          <p:nvPr/>
        </p:nvSpPr>
        <p:spPr>
          <a:xfrm>
            <a:off x="2867699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4" name="角丸四角形 53"/>
          <p:cNvSpPr/>
          <p:nvPr/>
        </p:nvSpPr>
        <p:spPr>
          <a:xfrm>
            <a:off x="3940861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5" name="角丸四角形 54"/>
          <p:cNvSpPr/>
          <p:nvPr/>
        </p:nvSpPr>
        <p:spPr>
          <a:xfrm>
            <a:off x="4477442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accent3"/>
              </a:solidFill>
              <a:latin typeface="Consolas" panose="020B0609020204030204" pitchFamily="49" charset="0"/>
            </a:endParaRPr>
          </a:p>
        </p:txBody>
      </p:sp>
      <p:sp>
        <p:nvSpPr>
          <p:cNvPr id="56" name="角丸四角形 55"/>
          <p:cNvSpPr/>
          <p:nvPr/>
        </p:nvSpPr>
        <p:spPr>
          <a:xfrm>
            <a:off x="5014023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7" name="角丸四角形 56"/>
          <p:cNvSpPr/>
          <p:nvPr/>
        </p:nvSpPr>
        <p:spPr>
          <a:xfrm>
            <a:off x="5550604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8" name="角丸四角形 57"/>
          <p:cNvSpPr/>
          <p:nvPr/>
        </p:nvSpPr>
        <p:spPr>
          <a:xfrm>
            <a:off x="6087185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9" name="角丸四角形 58"/>
          <p:cNvSpPr/>
          <p:nvPr/>
        </p:nvSpPr>
        <p:spPr>
          <a:xfrm>
            <a:off x="6623766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0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032" name="Picture 8" descr="関連画像">
            <a:extLst>
              <a:ext uri="{FF2B5EF4-FFF2-40B4-BE49-F238E27FC236}">
                <a16:creationId xmlns:a16="http://schemas.microsoft.com/office/drawing/2014/main" id="{5FBED133-D046-4043-AEDF-D730B90B7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3974410"/>
            <a:ext cx="318686" cy="318686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関連画像">
            <a:extLst>
              <a:ext uri="{FF2B5EF4-FFF2-40B4-BE49-F238E27FC236}">
                <a16:creationId xmlns:a16="http://schemas.microsoft.com/office/drawing/2014/main" id="{9120EE09-FFFD-4473-B088-9A4EDCD35F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8970" y="4477157"/>
            <a:ext cx="365125" cy="365125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8" name="カギ線コネクタ 3">
            <a:extLst>
              <a:ext uri="{FF2B5EF4-FFF2-40B4-BE49-F238E27FC236}">
                <a16:creationId xmlns:a16="http://schemas.microsoft.com/office/drawing/2014/main" id="{ED9C7FBD-FD56-4BF5-BB66-5393E6FDE4BB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240430" y="2665142"/>
            <a:ext cx="1843814" cy="3185790"/>
          </a:xfrm>
          <a:prstGeom prst="bentConnector4">
            <a:avLst>
              <a:gd name="adj1" fmla="val -9298"/>
              <a:gd name="adj2" fmla="val 107176"/>
            </a:avLst>
          </a:prstGeom>
          <a:ln w="12700"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1" name="角丸四角形 60">
            <a:extLst>
              <a:ext uri="{FF2B5EF4-FFF2-40B4-BE49-F238E27FC236}">
                <a16:creationId xmlns:a16="http://schemas.microsoft.com/office/drawing/2014/main" id="{D06A8245-A21B-4CF3-A99C-7601B371552C}"/>
              </a:ext>
            </a:extLst>
          </p:cNvPr>
          <p:cNvSpPr/>
          <p:nvPr/>
        </p:nvSpPr>
        <p:spPr>
          <a:xfrm>
            <a:off x="1071565" y="3336132"/>
            <a:ext cx="5367337" cy="531019"/>
          </a:xfrm>
          <a:prstGeom prst="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026" name="Picture 2" descr="「truecrypt icon」の画像検索結果">
            <a:extLst>
              <a:ext uri="{FF2B5EF4-FFF2-40B4-BE49-F238E27FC236}">
                <a16:creationId xmlns:a16="http://schemas.microsoft.com/office/drawing/2014/main" id="{28350437-A961-4E43-AC92-608B603233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2680" y="5013852"/>
            <a:ext cx="332187" cy="332187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「visual studio code icon」の画像検索結果">
            <a:extLst>
              <a:ext uri="{FF2B5EF4-FFF2-40B4-BE49-F238E27FC236}">
                <a16:creationId xmlns:a16="http://schemas.microsoft.com/office/drawing/2014/main" id="{BDB0DD28-B9A8-4F6C-8196-3B6ABD0A30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7765" y="4472069"/>
            <a:ext cx="354838" cy="353658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角丸四角形 46">
            <a:extLst>
              <a:ext uri="{FF2B5EF4-FFF2-40B4-BE49-F238E27FC236}">
                <a16:creationId xmlns:a16="http://schemas.microsoft.com/office/drawing/2014/main" id="{B513C826-F950-4DE1-9842-CF6DF539FBCB}"/>
              </a:ext>
            </a:extLst>
          </p:cNvPr>
          <p:cNvSpPr/>
          <p:nvPr/>
        </p:nvSpPr>
        <p:spPr>
          <a:xfrm>
            <a:off x="7449483" y="4421474"/>
            <a:ext cx="1102786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21" name="Picture 2" descr="コマンドラインの白黒シルエットイラスト">
            <a:extLst>
              <a:ext uri="{FF2B5EF4-FFF2-40B4-BE49-F238E27FC236}">
                <a16:creationId xmlns:a16="http://schemas.microsoft.com/office/drawing/2014/main" id="{5BFB438A-CBDE-4F1B-8EFD-8EA45ECD5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30" t="20207" r="12035" b="19614"/>
          <a:stretch/>
        </p:blipFill>
        <p:spPr bwMode="auto">
          <a:xfrm>
            <a:off x="7758385" y="4467496"/>
            <a:ext cx="489766" cy="384598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角丸四角形 31">
            <a:extLst>
              <a:ext uri="{FF2B5EF4-FFF2-40B4-BE49-F238E27FC236}">
                <a16:creationId xmlns:a16="http://schemas.microsoft.com/office/drawing/2014/main" id="{96382195-79D4-450B-A257-3371B90A6F69}"/>
              </a:ext>
            </a:extLst>
          </p:cNvPr>
          <p:cNvSpPr/>
          <p:nvPr/>
        </p:nvSpPr>
        <p:spPr>
          <a:xfrm>
            <a:off x="6730022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en-US" altLang="ja-JP" sz="12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77" name="角丸四角形 32">
            <a:extLst>
              <a:ext uri="{FF2B5EF4-FFF2-40B4-BE49-F238E27FC236}">
                <a16:creationId xmlns:a16="http://schemas.microsoft.com/office/drawing/2014/main" id="{F427DF97-D209-4A14-B3DC-CF346AAC4197}"/>
              </a:ext>
            </a:extLst>
          </p:cNvPr>
          <p:cNvSpPr/>
          <p:nvPr/>
        </p:nvSpPr>
        <p:spPr>
          <a:xfrm>
            <a:off x="7266603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en-US" altLang="ja-JP" sz="12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49" name="Picture 2" descr="テキストエディター「Mery」Ver 2.6.0">
            <a:extLst>
              <a:ext uri="{FF2B5EF4-FFF2-40B4-BE49-F238E27FC236}">
                <a16:creationId xmlns:a16="http://schemas.microsoft.com/office/drawing/2014/main" id="{AD2FAD05-5F0F-4D95-AE74-C500E1B91E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clrChange>
              <a:clrFrom>
                <a:srgbClr val="8DD7F7"/>
              </a:clrFrom>
              <a:clrTo>
                <a:srgbClr val="8DD7F7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59" r="20114"/>
          <a:stretch/>
        </p:blipFill>
        <p:spPr bwMode="auto">
          <a:xfrm>
            <a:off x="2499190" y="3946224"/>
            <a:ext cx="340084" cy="364188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8" name="角丸四角形 43">
            <a:extLst>
              <a:ext uri="{FF2B5EF4-FFF2-40B4-BE49-F238E27FC236}">
                <a16:creationId xmlns:a16="http://schemas.microsoft.com/office/drawing/2014/main" id="{0FDBBBD9-F898-45D8-980A-0C8777CCFEB0}"/>
              </a:ext>
            </a:extLst>
          </p:cNvPr>
          <p:cNvSpPr/>
          <p:nvPr/>
        </p:nvSpPr>
        <p:spPr>
          <a:xfrm>
            <a:off x="5302265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en-US" altLang="ja-JP" sz="11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73" name="角丸四角形 48">
            <a:extLst>
              <a:ext uri="{FF2B5EF4-FFF2-40B4-BE49-F238E27FC236}">
                <a16:creationId xmlns:a16="http://schemas.microsoft.com/office/drawing/2014/main" id="{33FDFD96-9D3D-44FF-A0F2-83ACCF9BB9B7}"/>
              </a:ext>
            </a:extLst>
          </p:cNvPr>
          <p:cNvSpPr/>
          <p:nvPr/>
        </p:nvSpPr>
        <p:spPr>
          <a:xfrm>
            <a:off x="569441" y="4421474"/>
            <a:ext cx="905658" cy="465380"/>
          </a:xfrm>
          <a:prstGeom prst="roundRect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CAPS</a:t>
            </a:r>
            <a:endParaRPr lang="ja-JP" altLang="en-US">
              <a:solidFill>
                <a:schemeClr val="accent2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80" name="角丸四角形 60">
            <a:extLst>
              <a:ext uri="{FF2B5EF4-FFF2-40B4-BE49-F238E27FC236}">
                <a16:creationId xmlns:a16="http://schemas.microsoft.com/office/drawing/2014/main" id="{FF729724-6CBA-4992-B824-CE73885CB302}"/>
              </a:ext>
            </a:extLst>
          </p:cNvPr>
          <p:cNvSpPr/>
          <p:nvPr/>
        </p:nvSpPr>
        <p:spPr>
          <a:xfrm>
            <a:off x="569442" y="4947254"/>
            <a:ext cx="1153098" cy="465380"/>
          </a:xfrm>
          <a:prstGeom prst="roundRect">
            <a:avLst/>
          </a:prstGeom>
          <a:solidFill>
            <a:srgbClr val="002060"/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LSHIFT</a:t>
            </a:r>
            <a:endParaRPr lang="ja-JP" altLang="en-US">
              <a:solidFill>
                <a:schemeClr val="accent5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82" name="角丸四角形 68">
            <a:extLst>
              <a:ext uri="{FF2B5EF4-FFF2-40B4-BE49-F238E27FC236}">
                <a16:creationId xmlns:a16="http://schemas.microsoft.com/office/drawing/2014/main" id="{C7256522-4196-4AF4-83D1-182EA5DECF5A}"/>
              </a:ext>
            </a:extLst>
          </p:cNvPr>
          <p:cNvSpPr/>
          <p:nvPr/>
        </p:nvSpPr>
        <p:spPr>
          <a:xfrm>
            <a:off x="2727795" y="5473034"/>
            <a:ext cx="3135639" cy="46538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SPACE</a:t>
            </a:r>
            <a:endParaRPr lang="ja-JP" altLang="en-US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Picture 4" descr="brave&quot; Icon - Download for free – Iconduck">
            <a:extLst>
              <a:ext uri="{FF2B5EF4-FFF2-40B4-BE49-F238E27FC236}">
                <a16:creationId xmlns:a16="http://schemas.microsoft.com/office/drawing/2014/main" id="{0AFAAB0F-90F7-E617-DBBB-69ED6C6F31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5231" y="4468658"/>
            <a:ext cx="333426" cy="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吹き出し: 四角形 2">
            <a:extLst>
              <a:ext uri="{FF2B5EF4-FFF2-40B4-BE49-F238E27FC236}">
                <a16:creationId xmlns:a16="http://schemas.microsoft.com/office/drawing/2014/main" id="{AD058F0C-89DA-1359-6493-56A27A8D76D9}"/>
              </a:ext>
            </a:extLst>
          </p:cNvPr>
          <p:cNvSpPr/>
          <p:nvPr/>
        </p:nvSpPr>
        <p:spPr>
          <a:xfrm>
            <a:off x="1285446" y="2162631"/>
            <a:ext cx="2639636" cy="841261"/>
          </a:xfrm>
          <a:prstGeom prst="wedgeRectCallout">
            <a:avLst>
              <a:gd name="adj1" fmla="val -21594"/>
              <a:gd name="adj2" fmla="val 67278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特定ファイルを登録して実行</a:t>
            </a:r>
            <a:r>
              <a:rPr lang="en-US" altLang="ja-JP" sz="14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(App1~App0)</a:t>
            </a:r>
            <a:endParaRPr lang="en-US" altLang="ja-JP" sz="1400">
              <a:solidFill>
                <a:schemeClr val="bg1"/>
              </a:solidFill>
              <a:latin typeface="+mn-ea"/>
              <a:cs typeface="Courier New" panose="02070309020205020404" pitchFamily="49" charset="0"/>
            </a:endParaRPr>
          </a:p>
          <a:p>
            <a:pPr algn="ctr"/>
            <a:r>
              <a:rPr lang="en-US" altLang="ja-JP" sz="14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Shift</a:t>
            </a:r>
            <a:r>
              <a:rPr lang="ja-JP" altLang="en-US" sz="14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押しで登録</a:t>
            </a:r>
            <a:endParaRPr kumimoji="1" lang="ja-JP" altLang="en-US" sz="140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BAAE6A2C-7A64-2071-9524-574D864E1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087" y="4462063"/>
            <a:ext cx="361174" cy="361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3AACA42A-98E3-1582-B992-8D39442DBE2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66576" y="3931928"/>
            <a:ext cx="271609" cy="252746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6C742E37-4E42-F52C-6B42-306E5789C00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27222" y="4072572"/>
            <a:ext cx="259354" cy="259354"/>
          </a:xfrm>
          <a:prstGeom prst="rect">
            <a:avLst/>
          </a:prstGeom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39829053-6BA7-9722-D12B-A8FF4DBB0FB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11481" y="4997756"/>
            <a:ext cx="364375" cy="364375"/>
          </a:xfrm>
          <a:prstGeom prst="rect">
            <a:avLst/>
          </a:prstGeom>
        </p:spPr>
      </p:pic>
      <p:pic>
        <p:nvPicPr>
          <p:cNvPr id="47" name="Picture 12" descr="カードの移動ですいすい情報共有・チーム作業ができる「Trello」 - ケータイ Watch">
            <a:extLst>
              <a:ext uri="{FF2B5EF4-FFF2-40B4-BE49-F238E27FC236}">
                <a16:creationId xmlns:a16="http://schemas.microsoft.com/office/drawing/2014/main" id="{613BCA74-E3FB-0C03-3C46-88CD98D0CE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5" t="8734" r="8035" b="8734"/>
          <a:stretch/>
        </p:blipFill>
        <p:spPr bwMode="auto">
          <a:xfrm>
            <a:off x="3017905" y="3953914"/>
            <a:ext cx="364947" cy="353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2" descr="Create Remote Desktop Shortcut for PC in Windows 10">
            <a:extLst>
              <a:ext uri="{FF2B5EF4-FFF2-40B4-BE49-F238E27FC236}">
                <a16:creationId xmlns:a16="http://schemas.microsoft.com/office/drawing/2014/main" id="{FC82B508-82C2-5697-3B6A-1E47B831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6012" y="5000143"/>
            <a:ext cx="359603" cy="359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6337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30000" y="363602"/>
            <a:ext cx="8046456" cy="1325563"/>
          </a:xfrm>
        </p:spPr>
        <p:txBody>
          <a:bodyPr anchor="t">
            <a:noAutofit/>
          </a:bodyPr>
          <a:lstStyle/>
          <a:p>
            <a:r>
              <a:rPr lang="en-US" altLang="ja-JP" sz="4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LSHIFT &amp; RSHIFT</a:t>
            </a:r>
            <a:br>
              <a:rPr lang="en-US" altLang="ja-JP" sz="36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</a:br>
            <a: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Mouse Control</a:t>
            </a:r>
            <a:endParaRPr lang="ja-JP" altLang="en-US" sz="18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6" name="角丸四角形 5"/>
          <p:cNvSpPr/>
          <p:nvPr/>
        </p:nvSpPr>
        <p:spPr>
          <a:xfrm>
            <a:off x="57554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7" name="角丸四角形 6"/>
          <p:cNvSpPr/>
          <p:nvPr/>
        </p:nvSpPr>
        <p:spPr>
          <a:xfrm>
            <a:off x="1112123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8" name="角丸四角形 7"/>
          <p:cNvSpPr/>
          <p:nvPr/>
        </p:nvSpPr>
        <p:spPr>
          <a:xfrm>
            <a:off x="1648704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9" name="角丸四角形 8"/>
          <p:cNvSpPr/>
          <p:nvPr/>
        </p:nvSpPr>
        <p:spPr>
          <a:xfrm>
            <a:off x="2185285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0" name="角丸四角形 9"/>
          <p:cNvSpPr/>
          <p:nvPr/>
        </p:nvSpPr>
        <p:spPr>
          <a:xfrm>
            <a:off x="2721866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1" name="角丸四角形 10"/>
          <p:cNvSpPr/>
          <p:nvPr/>
        </p:nvSpPr>
        <p:spPr>
          <a:xfrm>
            <a:off x="3258447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2" name="角丸四角形 11"/>
          <p:cNvSpPr/>
          <p:nvPr/>
        </p:nvSpPr>
        <p:spPr>
          <a:xfrm>
            <a:off x="3795028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角丸四角形 12"/>
          <p:cNvSpPr/>
          <p:nvPr/>
        </p:nvSpPr>
        <p:spPr>
          <a:xfrm>
            <a:off x="4331609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角丸四角形 13"/>
          <p:cNvSpPr/>
          <p:nvPr/>
        </p:nvSpPr>
        <p:spPr>
          <a:xfrm>
            <a:off x="4868190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5" name="角丸四角形 14"/>
          <p:cNvSpPr/>
          <p:nvPr/>
        </p:nvSpPr>
        <p:spPr>
          <a:xfrm>
            <a:off x="5404771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角丸四角形 15"/>
          <p:cNvSpPr/>
          <p:nvPr/>
        </p:nvSpPr>
        <p:spPr>
          <a:xfrm>
            <a:off x="594135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7" name="角丸四角形 16"/>
          <p:cNvSpPr/>
          <p:nvPr/>
        </p:nvSpPr>
        <p:spPr>
          <a:xfrm>
            <a:off x="6477933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角丸四角形 17"/>
          <p:cNvSpPr/>
          <p:nvPr/>
        </p:nvSpPr>
        <p:spPr>
          <a:xfrm>
            <a:off x="7014514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9" name="角丸四角形 18"/>
          <p:cNvSpPr/>
          <p:nvPr/>
        </p:nvSpPr>
        <p:spPr>
          <a:xfrm>
            <a:off x="7551095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0" name="角丸四角形 19"/>
          <p:cNvSpPr/>
          <p:nvPr/>
        </p:nvSpPr>
        <p:spPr>
          <a:xfrm>
            <a:off x="808768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2" name="角丸四角形 21"/>
          <p:cNvSpPr/>
          <p:nvPr/>
        </p:nvSpPr>
        <p:spPr>
          <a:xfrm>
            <a:off x="1364212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Cursor</a:t>
            </a: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中央へ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角丸四角形 22"/>
          <p:cNvSpPr/>
          <p:nvPr/>
        </p:nvSpPr>
        <p:spPr>
          <a:xfrm>
            <a:off x="1900793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>
                <a:solidFill>
                  <a:schemeClr val="bg1"/>
                </a:solidFill>
                <a:latin typeface="Consolas" panose="020B0609020204030204" pitchFamily="49" charset="0"/>
              </a:rPr>
              <a:t>↑↑</a:t>
            </a:r>
          </a:p>
        </p:txBody>
      </p:sp>
      <p:sp>
        <p:nvSpPr>
          <p:cNvPr id="24" name="角丸四角形 23"/>
          <p:cNvSpPr/>
          <p:nvPr/>
        </p:nvSpPr>
        <p:spPr>
          <a:xfrm>
            <a:off x="2437374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>
                <a:solidFill>
                  <a:schemeClr val="bg1"/>
                </a:solidFill>
                <a:latin typeface="Consolas" panose="020B0609020204030204" pitchFamily="49" charset="0"/>
              </a:rPr>
              <a:t>↑</a:t>
            </a:r>
          </a:p>
        </p:txBody>
      </p:sp>
      <p:sp>
        <p:nvSpPr>
          <p:cNvPr id="25" name="角丸四角形 24"/>
          <p:cNvSpPr/>
          <p:nvPr/>
        </p:nvSpPr>
        <p:spPr>
          <a:xfrm>
            <a:off x="2973955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>
                <a:solidFill>
                  <a:schemeClr val="bg1"/>
                </a:solidFill>
                <a:latin typeface="Consolas" panose="020B0609020204030204" pitchFamily="49" charset="0"/>
              </a:rPr>
              <a:t>↓↓</a:t>
            </a:r>
          </a:p>
        </p:txBody>
      </p:sp>
      <p:sp>
        <p:nvSpPr>
          <p:cNvPr id="26" name="角丸四角形 25"/>
          <p:cNvSpPr/>
          <p:nvPr/>
        </p:nvSpPr>
        <p:spPr>
          <a:xfrm>
            <a:off x="3510536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7" name="角丸四角形 26"/>
          <p:cNvSpPr/>
          <p:nvPr/>
        </p:nvSpPr>
        <p:spPr>
          <a:xfrm>
            <a:off x="4047117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4583698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5120279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>
                <a:solidFill>
                  <a:schemeClr val="bg1"/>
                </a:solidFill>
                <a:latin typeface="Consolas" panose="020B0609020204030204" pitchFamily="49" charset="0"/>
              </a:rPr>
              <a:t>MB</a:t>
            </a:r>
            <a:endParaRPr lang="ja-JP" altLang="en-US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0" name="角丸四角形 29"/>
          <p:cNvSpPr/>
          <p:nvPr/>
        </p:nvSpPr>
        <p:spPr>
          <a:xfrm>
            <a:off x="5656860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1" name="角丸四角形 30"/>
          <p:cNvSpPr/>
          <p:nvPr/>
        </p:nvSpPr>
        <p:spPr>
          <a:xfrm>
            <a:off x="6193441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Wheel</a:t>
            </a:r>
          </a:p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Up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6730022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3" name="角丸四角形 32"/>
          <p:cNvSpPr/>
          <p:nvPr/>
        </p:nvSpPr>
        <p:spPr>
          <a:xfrm>
            <a:off x="7266603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4" name="角丸四角形 33"/>
          <p:cNvSpPr/>
          <p:nvPr/>
        </p:nvSpPr>
        <p:spPr>
          <a:xfrm>
            <a:off x="7803185" y="3895694"/>
            <a:ext cx="749085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6" name="角丸四角形 35"/>
          <p:cNvSpPr/>
          <p:nvPr/>
        </p:nvSpPr>
        <p:spPr>
          <a:xfrm>
            <a:off x="154709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>
                <a:solidFill>
                  <a:schemeClr val="bg1"/>
                </a:solidFill>
                <a:latin typeface="Consolas" panose="020B0609020204030204" pitchFamily="49" charset="0"/>
              </a:rPr>
              <a:t>←←</a:t>
            </a:r>
          </a:p>
        </p:txBody>
      </p:sp>
      <p:sp>
        <p:nvSpPr>
          <p:cNvPr id="37" name="角丸四角形 36"/>
          <p:cNvSpPr/>
          <p:nvPr/>
        </p:nvSpPr>
        <p:spPr>
          <a:xfrm>
            <a:off x="2083673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>
                <a:solidFill>
                  <a:schemeClr val="bg1"/>
                </a:solidFill>
                <a:latin typeface="Consolas" panose="020B0609020204030204" pitchFamily="49" charset="0"/>
              </a:rPr>
              <a:t>←</a:t>
            </a:r>
          </a:p>
        </p:txBody>
      </p:sp>
      <p:sp>
        <p:nvSpPr>
          <p:cNvPr id="38" name="角丸四角形 37"/>
          <p:cNvSpPr/>
          <p:nvPr/>
        </p:nvSpPr>
        <p:spPr>
          <a:xfrm>
            <a:off x="2620254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>
                <a:solidFill>
                  <a:schemeClr val="bg1"/>
                </a:solidFill>
                <a:latin typeface="Consolas" panose="020B0609020204030204" pitchFamily="49" charset="0"/>
              </a:rPr>
              <a:t>↓</a:t>
            </a:r>
          </a:p>
        </p:txBody>
      </p:sp>
      <p:sp>
        <p:nvSpPr>
          <p:cNvPr id="39" name="角丸四角形 38"/>
          <p:cNvSpPr/>
          <p:nvPr/>
        </p:nvSpPr>
        <p:spPr>
          <a:xfrm>
            <a:off x="3156835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u="sng">
                <a:solidFill>
                  <a:schemeClr val="bg1"/>
                </a:solidFill>
                <a:latin typeface="Consolas" panose="020B0609020204030204" pitchFamily="49" charset="0"/>
              </a:rPr>
              <a:t>→</a:t>
            </a:r>
          </a:p>
        </p:txBody>
      </p:sp>
      <p:sp>
        <p:nvSpPr>
          <p:cNvPr id="40" name="角丸四角形 39"/>
          <p:cNvSpPr/>
          <p:nvPr/>
        </p:nvSpPr>
        <p:spPr>
          <a:xfrm>
            <a:off x="3693416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>
                <a:solidFill>
                  <a:schemeClr val="bg1"/>
                </a:solidFill>
                <a:latin typeface="Consolas" panose="020B0609020204030204" pitchFamily="49" charset="0"/>
              </a:rPr>
              <a:t>→→</a:t>
            </a:r>
          </a:p>
        </p:txBody>
      </p:sp>
      <p:sp>
        <p:nvSpPr>
          <p:cNvPr id="41" name="角丸四角形 40"/>
          <p:cNvSpPr/>
          <p:nvPr/>
        </p:nvSpPr>
        <p:spPr>
          <a:xfrm>
            <a:off x="4229997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Grab</a:t>
            </a:r>
          </a:p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Window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2" name="角丸四角形 41"/>
          <p:cNvSpPr/>
          <p:nvPr/>
        </p:nvSpPr>
        <p:spPr>
          <a:xfrm>
            <a:off x="4766578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u="sng">
                <a:solidFill>
                  <a:schemeClr val="bg1"/>
                </a:solidFill>
                <a:latin typeface="Consolas" panose="020B0609020204030204" pitchFamily="49" charset="0"/>
              </a:rPr>
              <a:t>LC</a:t>
            </a:r>
            <a:endParaRPr lang="ja-JP" altLang="en-US" u="sng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3" name="角丸四角形 42"/>
          <p:cNvSpPr/>
          <p:nvPr/>
        </p:nvSpPr>
        <p:spPr>
          <a:xfrm>
            <a:off x="5303159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>
                <a:solidFill>
                  <a:schemeClr val="bg1"/>
                </a:solidFill>
                <a:latin typeface="Consolas" panose="020B0609020204030204" pitchFamily="49" charset="0"/>
              </a:rPr>
              <a:t>RC</a:t>
            </a:r>
            <a:endParaRPr lang="ja-JP" altLang="en-US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5839740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Wheel</a:t>
            </a:r>
          </a:p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Left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5" name="角丸四角形 44"/>
          <p:cNvSpPr/>
          <p:nvPr/>
        </p:nvSpPr>
        <p:spPr>
          <a:xfrm>
            <a:off x="6376321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Wheel</a:t>
            </a:r>
          </a:p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Dn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6" name="角丸四角形 45"/>
          <p:cNvSpPr/>
          <p:nvPr/>
        </p:nvSpPr>
        <p:spPr>
          <a:xfrm>
            <a:off x="691290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Wheel</a:t>
            </a:r>
          </a:p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Right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0" name="角丸四角形 49"/>
          <p:cNvSpPr/>
          <p:nvPr/>
        </p:nvSpPr>
        <p:spPr>
          <a:xfrm>
            <a:off x="1794537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1" name="角丸四角形 50"/>
          <p:cNvSpPr/>
          <p:nvPr/>
        </p:nvSpPr>
        <p:spPr>
          <a:xfrm>
            <a:off x="2331118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2" name="角丸四角形 51"/>
          <p:cNvSpPr/>
          <p:nvPr/>
        </p:nvSpPr>
        <p:spPr>
          <a:xfrm>
            <a:off x="2867699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3" name="角丸四角形 52"/>
          <p:cNvSpPr/>
          <p:nvPr/>
        </p:nvSpPr>
        <p:spPr>
          <a:xfrm>
            <a:off x="3404280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4" name="角丸四角形 53"/>
          <p:cNvSpPr/>
          <p:nvPr/>
        </p:nvSpPr>
        <p:spPr>
          <a:xfrm>
            <a:off x="3940861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5" name="角丸四角形 54"/>
          <p:cNvSpPr/>
          <p:nvPr/>
        </p:nvSpPr>
        <p:spPr>
          <a:xfrm>
            <a:off x="4477442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Change</a:t>
            </a:r>
          </a:p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Window</a:t>
            </a:r>
          </a:p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Size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6" name="角丸四角形 55"/>
          <p:cNvSpPr/>
          <p:nvPr/>
        </p:nvSpPr>
        <p:spPr>
          <a:xfrm>
            <a:off x="5014023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7" name="角丸四角形 56"/>
          <p:cNvSpPr/>
          <p:nvPr/>
        </p:nvSpPr>
        <p:spPr>
          <a:xfrm>
            <a:off x="5550604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8" name="角丸四角形 57"/>
          <p:cNvSpPr/>
          <p:nvPr/>
        </p:nvSpPr>
        <p:spPr>
          <a:xfrm>
            <a:off x="6087185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9" name="角丸四角形 58"/>
          <p:cNvSpPr/>
          <p:nvPr/>
        </p:nvSpPr>
        <p:spPr>
          <a:xfrm>
            <a:off x="6623766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62" name="角丸四角形 61"/>
          <p:cNvSpPr/>
          <p:nvPr/>
        </p:nvSpPr>
        <p:spPr>
          <a:xfrm>
            <a:off x="2727795" y="5473034"/>
            <a:ext cx="3135639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4" name="角丸四角形 60">
            <a:extLst>
              <a:ext uri="{FF2B5EF4-FFF2-40B4-BE49-F238E27FC236}">
                <a16:creationId xmlns:a16="http://schemas.microsoft.com/office/drawing/2014/main" id="{325EF7F3-7EBC-4D36-BE19-8861BC1D6A4A}"/>
              </a:ext>
            </a:extLst>
          </p:cNvPr>
          <p:cNvSpPr/>
          <p:nvPr/>
        </p:nvSpPr>
        <p:spPr>
          <a:xfrm>
            <a:off x="569442" y="4947254"/>
            <a:ext cx="1153098" cy="465380"/>
          </a:xfrm>
          <a:prstGeom prst="roundRect">
            <a:avLst/>
          </a:prstGeom>
          <a:solidFill>
            <a:srgbClr val="002060"/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LSHIFT</a:t>
            </a:r>
            <a:endParaRPr lang="ja-JP" altLang="en-US">
              <a:solidFill>
                <a:schemeClr val="accent5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6" name="角丸四角形 59">
            <a:extLst>
              <a:ext uri="{FF2B5EF4-FFF2-40B4-BE49-F238E27FC236}">
                <a16:creationId xmlns:a16="http://schemas.microsoft.com/office/drawing/2014/main" id="{7D1E2980-FD99-4CDB-9A16-F7230A4BED39}"/>
              </a:ext>
            </a:extLst>
          </p:cNvPr>
          <p:cNvSpPr/>
          <p:nvPr/>
        </p:nvSpPr>
        <p:spPr>
          <a:xfrm>
            <a:off x="7152803" y="4947254"/>
            <a:ext cx="855337" cy="465380"/>
          </a:xfrm>
          <a:prstGeom prst="roundRect">
            <a:avLst/>
          </a:prstGeom>
          <a:solidFill>
            <a:srgbClr val="002060"/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RSHIFT</a:t>
            </a:r>
            <a:endParaRPr lang="ja-JP" altLang="en-US">
              <a:solidFill>
                <a:schemeClr val="accent5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04734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角丸四角形 50"/>
          <p:cNvSpPr/>
          <p:nvPr/>
        </p:nvSpPr>
        <p:spPr>
          <a:xfrm>
            <a:off x="2331118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最前面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移動</a:t>
            </a:r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8650" y="365128"/>
            <a:ext cx="8335838" cy="1325563"/>
          </a:xfrm>
        </p:spPr>
        <p:txBody>
          <a:bodyPr anchor="t">
            <a:noAutofit/>
          </a:bodyPr>
          <a:lstStyle/>
          <a:p>
            <a:r>
              <a:rPr lang="en-US" altLang="ja-JP" sz="36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App Specific Binds</a:t>
            </a:r>
            <a:br>
              <a:rPr lang="en-US" altLang="ja-JP" sz="36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</a:br>
            <a: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CAPS &amp; LCMD</a:t>
            </a:r>
            <a:b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</a:br>
            <a: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※</a:t>
            </a:r>
            <a:r>
              <a:rPr lang="ja-JP" altLang="en-US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 </a:t>
            </a:r>
            <a: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RDP</a:t>
            </a:r>
            <a:r>
              <a:rPr lang="ja-JP" altLang="en-US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先に刺さらないため、非推奨。局所最適化対象のみ</a:t>
            </a:r>
            <a:endParaRPr lang="en-US" altLang="ja-JP" sz="36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6" name="角丸四角形 5"/>
          <p:cNvSpPr/>
          <p:nvPr/>
        </p:nvSpPr>
        <p:spPr>
          <a:xfrm>
            <a:off x="57554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7" name="角丸四角形 6"/>
          <p:cNvSpPr/>
          <p:nvPr/>
        </p:nvSpPr>
        <p:spPr>
          <a:xfrm>
            <a:off x="1112123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dist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Trim</a:t>
            </a:r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角丸四角形 7"/>
          <p:cNvSpPr/>
          <p:nvPr/>
        </p:nvSpPr>
        <p:spPr>
          <a:xfrm>
            <a:off x="1648704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上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揃え</a:t>
            </a:r>
          </a:p>
        </p:txBody>
      </p:sp>
      <p:sp>
        <p:nvSpPr>
          <p:cNvPr id="9" name="角丸四角形 8"/>
          <p:cNvSpPr/>
          <p:nvPr/>
        </p:nvSpPr>
        <p:spPr>
          <a:xfrm>
            <a:off x="2185285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中央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揃え</a:t>
            </a:r>
          </a:p>
        </p:txBody>
      </p:sp>
      <p:sp>
        <p:nvSpPr>
          <p:cNvPr id="10" name="角丸四角形 9"/>
          <p:cNvSpPr/>
          <p:nvPr/>
        </p:nvSpPr>
        <p:spPr>
          <a:xfrm>
            <a:off x="2721866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下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揃え</a:t>
            </a:r>
          </a:p>
        </p:txBody>
      </p:sp>
      <p:sp>
        <p:nvSpPr>
          <p:cNvPr id="11" name="角丸四角形 10"/>
          <p:cNvSpPr/>
          <p:nvPr/>
        </p:nvSpPr>
        <p:spPr>
          <a:xfrm>
            <a:off x="3258447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枠線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色変更</a:t>
            </a:r>
          </a:p>
        </p:txBody>
      </p:sp>
      <p:sp>
        <p:nvSpPr>
          <p:cNvPr id="12" name="角丸四角形 11"/>
          <p:cNvSpPr/>
          <p:nvPr/>
        </p:nvSpPr>
        <p:spPr>
          <a:xfrm>
            <a:off x="3795028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13" name="角丸四角形 12"/>
          <p:cNvSpPr/>
          <p:nvPr/>
        </p:nvSpPr>
        <p:spPr>
          <a:xfrm>
            <a:off x="4331609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22" name="角丸四角形 21"/>
          <p:cNvSpPr/>
          <p:nvPr/>
        </p:nvSpPr>
        <p:spPr>
          <a:xfrm>
            <a:off x="1364212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ID</a:t>
            </a: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箇条</a:t>
            </a:r>
          </a:p>
        </p:txBody>
      </p:sp>
      <p:sp>
        <p:nvSpPr>
          <p:cNvPr id="23" name="角丸四角形 22"/>
          <p:cNvSpPr/>
          <p:nvPr/>
        </p:nvSpPr>
        <p:spPr>
          <a:xfrm>
            <a:off x="1900793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左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揃え</a:t>
            </a:r>
          </a:p>
        </p:txBody>
      </p:sp>
      <p:sp>
        <p:nvSpPr>
          <p:cNvPr id="24" name="角丸四角形 23"/>
          <p:cNvSpPr/>
          <p:nvPr/>
        </p:nvSpPr>
        <p:spPr>
          <a:xfrm>
            <a:off x="2437374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中央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揃え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角丸四角形 24"/>
          <p:cNvSpPr/>
          <p:nvPr/>
        </p:nvSpPr>
        <p:spPr>
          <a:xfrm>
            <a:off x="2973955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右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揃え</a:t>
            </a:r>
          </a:p>
        </p:txBody>
      </p:sp>
      <p:sp>
        <p:nvSpPr>
          <p:cNvPr id="26" name="角丸四角形 25"/>
          <p:cNvSpPr/>
          <p:nvPr/>
        </p:nvSpPr>
        <p:spPr>
          <a:xfrm>
            <a:off x="3510536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文字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色変更</a:t>
            </a:r>
          </a:p>
        </p:txBody>
      </p:sp>
      <p:sp>
        <p:nvSpPr>
          <p:cNvPr id="27" name="角丸四角形 26"/>
          <p:cNvSpPr/>
          <p:nvPr/>
        </p:nvSpPr>
        <p:spPr>
          <a:xfrm>
            <a:off x="4047117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4583698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35" name="角丸四角形 34"/>
          <p:cNvSpPr/>
          <p:nvPr/>
        </p:nvSpPr>
        <p:spPr>
          <a:xfrm>
            <a:off x="569441" y="3895694"/>
            <a:ext cx="72277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スライド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マスタ</a:t>
            </a:r>
          </a:p>
        </p:txBody>
      </p:sp>
      <p:sp>
        <p:nvSpPr>
          <p:cNvPr id="36" name="角丸四角形 35"/>
          <p:cNvSpPr/>
          <p:nvPr/>
        </p:nvSpPr>
        <p:spPr>
          <a:xfrm>
            <a:off x="154709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箇条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書き</a:t>
            </a:r>
          </a:p>
        </p:txBody>
      </p:sp>
      <p:sp>
        <p:nvSpPr>
          <p:cNvPr id="37" name="角丸四角形 36"/>
          <p:cNvSpPr/>
          <p:nvPr/>
        </p:nvSpPr>
        <p:spPr>
          <a:xfrm>
            <a:off x="2083673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図形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配置</a:t>
            </a:r>
          </a:p>
        </p:txBody>
      </p:sp>
      <p:sp>
        <p:nvSpPr>
          <p:cNvPr id="38" name="角丸四角形 37"/>
          <p:cNvSpPr/>
          <p:nvPr/>
        </p:nvSpPr>
        <p:spPr>
          <a:xfrm>
            <a:off x="2620254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図形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塗り</a:t>
            </a:r>
          </a:p>
        </p:txBody>
      </p:sp>
      <p:sp>
        <p:nvSpPr>
          <p:cNvPr id="39" name="角丸四角形 38"/>
          <p:cNvSpPr/>
          <p:nvPr/>
        </p:nvSpPr>
        <p:spPr>
          <a:xfrm>
            <a:off x="3156835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 u="sng">
                <a:solidFill>
                  <a:schemeClr val="bg1"/>
                </a:solidFill>
                <a:latin typeface="Consolas" panose="020B0609020204030204" pitchFamily="49" charset="0"/>
              </a:rPr>
              <a:t>図形</a:t>
            </a:r>
            <a:endParaRPr lang="en-US" altLang="ja-JP" sz="900" u="sng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 u="sng">
                <a:solidFill>
                  <a:schemeClr val="bg1"/>
                </a:solidFill>
                <a:latin typeface="Consolas" panose="020B0609020204030204" pitchFamily="49" charset="0"/>
              </a:rPr>
              <a:t>揃え</a:t>
            </a:r>
          </a:p>
        </p:txBody>
      </p:sp>
      <p:sp>
        <p:nvSpPr>
          <p:cNvPr id="40" name="角丸四角形 39"/>
          <p:cNvSpPr/>
          <p:nvPr/>
        </p:nvSpPr>
        <p:spPr>
          <a:xfrm>
            <a:off x="3693416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図形の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書式設定</a:t>
            </a:r>
          </a:p>
        </p:txBody>
      </p:sp>
      <p:sp>
        <p:nvSpPr>
          <p:cNvPr id="41" name="角丸四角形 40"/>
          <p:cNvSpPr/>
          <p:nvPr/>
        </p:nvSpPr>
        <p:spPr>
          <a:xfrm>
            <a:off x="4229997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2" name="角丸四角形 41"/>
          <p:cNvSpPr/>
          <p:nvPr/>
        </p:nvSpPr>
        <p:spPr>
          <a:xfrm>
            <a:off x="4766578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52" name="角丸四角形 51"/>
          <p:cNvSpPr/>
          <p:nvPr/>
        </p:nvSpPr>
        <p:spPr>
          <a:xfrm>
            <a:off x="2867699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表</a:t>
            </a:r>
          </a:p>
        </p:txBody>
      </p:sp>
      <p:sp>
        <p:nvSpPr>
          <p:cNvPr id="53" name="角丸四角形 52"/>
          <p:cNvSpPr/>
          <p:nvPr/>
        </p:nvSpPr>
        <p:spPr>
          <a:xfrm>
            <a:off x="3404280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アイ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コン</a:t>
            </a:r>
          </a:p>
        </p:txBody>
      </p:sp>
      <p:sp>
        <p:nvSpPr>
          <p:cNvPr id="54" name="角丸四角形 53"/>
          <p:cNvSpPr/>
          <p:nvPr/>
        </p:nvSpPr>
        <p:spPr>
          <a:xfrm>
            <a:off x="3940861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枠線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太さ</a:t>
            </a:r>
          </a:p>
        </p:txBody>
      </p:sp>
      <p:sp>
        <p:nvSpPr>
          <p:cNvPr id="55" name="角丸四角形 54"/>
          <p:cNvSpPr/>
          <p:nvPr/>
        </p:nvSpPr>
        <p:spPr>
          <a:xfrm>
            <a:off x="4477442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14" name="角丸四角形 13"/>
          <p:cNvSpPr/>
          <p:nvPr/>
        </p:nvSpPr>
        <p:spPr>
          <a:xfrm>
            <a:off x="4868190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15" name="角丸四角形 14"/>
          <p:cNvSpPr/>
          <p:nvPr/>
        </p:nvSpPr>
        <p:spPr>
          <a:xfrm>
            <a:off x="5404771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16" name="角丸四角形 15"/>
          <p:cNvSpPr/>
          <p:nvPr/>
        </p:nvSpPr>
        <p:spPr>
          <a:xfrm>
            <a:off x="594135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17" name="角丸四角形 16"/>
          <p:cNvSpPr/>
          <p:nvPr/>
        </p:nvSpPr>
        <p:spPr>
          <a:xfrm>
            <a:off x="6477933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18" name="角丸四角形 17"/>
          <p:cNvSpPr/>
          <p:nvPr/>
        </p:nvSpPr>
        <p:spPr>
          <a:xfrm>
            <a:off x="7014514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19" name="角丸四角形 18"/>
          <p:cNvSpPr/>
          <p:nvPr/>
        </p:nvSpPr>
        <p:spPr>
          <a:xfrm>
            <a:off x="7551098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20" name="角丸四角形 19"/>
          <p:cNvSpPr/>
          <p:nvPr/>
        </p:nvSpPr>
        <p:spPr>
          <a:xfrm>
            <a:off x="808768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+mn-ea"/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5120279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30" name="角丸四角形 29"/>
          <p:cNvSpPr/>
          <p:nvPr/>
        </p:nvSpPr>
        <p:spPr>
          <a:xfrm>
            <a:off x="5656860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31" name="角丸四角形 30"/>
          <p:cNvSpPr/>
          <p:nvPr/>
        </p:nvSpPr>
        <p:spPr>
          <a:xfrm>
            <a:off x="6193441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6730022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33" name="角丸四角形 32"/>
          <p:cNvSpPr/>
          <p:nvPr/>
        </p:nvSpPr>
        <p:spPr>
          <a:xfrm>
            <a:off x="7266603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34" name="角丸四角形 33"/>
          <p:cNvSpPr/>
          <p:nvPr/>
        </p:nvSpPr>
        <p:spPr>
          <a:xfrm>
            <a:off x="7803187" y="3895694"/>
            <a:ext cx="749085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+mn-ea"/>
            </a:endParaRPr>
          </a:p>
        </p:txBody>
      </p:sp>
      <p:sp>
        <p:nvSpPr>
          <p:cNvPr id="43" name="角丸四角形 42"/>
          <p:cNvSpPr/>
          <p:nvPr/>
        </p:nvSpPr>
        <p:spPr>
          <a:xfrm>
            <a:off x="5303159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5839740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45" name="角丸四角形 44"/>
          <p:cNvSpPr/>
          <p:nvPr/>
        </p:nvSpPr>
        <p:spPr>
          <a:xfrm>
            <a:off x="6376321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46" name="角丸四角形 45"/>
          <p:cNvSpPr/>
          <p:nvPr/>
        </p:nvSpPr>
        <p:spPr>
          <a:xfrm>
            <a:off x="691290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47" name="角丸四角形 46"/>
          <p:cNvSpPr/>
          <p:nvPr/>
        </p:nvSpPr>
        <p:spPr>
          <a:xfrm>
            <a:off x="7449484" y="4421474"/>
            <a:ext cx="1102786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+mn-ea"/>
            </a:endParaRPr>
          </a:p>
        </p:txBody>
      </p:sp>
      <p:sp>
        <p:nvSpPr>
          <p:cNvPr id="56" name="角丸四角形 55"/>
          <p:cNvSpPr/>
          <p:nvPr/>
        </p:nvSpPr>
        <p:spPr>
          <a:xfrm>
            <a:off x="5014023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57" name="角丸四角形 56"/>
          <p:cNvSpPr/>
          <p:nvPr/>
        </p:nvSpPr>
        <p:spPr>
          <a:xfrm>
            <a:off x="5550604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58" name="角丸四角形 57"/>
          <p:cNvSpPr/>
          <p:nvPr/>
        </p:nvSpPr>
        <p:spPr>
          <a:xfrm>
            <a:off x="6087185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59" name="角丸四角形 58"/>
          <p:cNvSpPr/>
          <p:nvPr/>
        </p:nvSpPr>
        <p:spPr>
          <a:xfrm>
            <a:off x="6623766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pic>
        <p:nvPicPr>
          <p:cNvPr id="61" name="Picture 2" descr="「powerpoint」の画像検索結果">
            <a:extLst>
              <a:ext uri="{FF2B5EF4-FFF2-40B4-BE49-F238E27FC236}">
                <a16:creationId xmlns:a16="http://schemas.microsoft.com/office/drawing/2014/main" id="{05DE34C8-7136-4A21-BCFF-0A1236BF7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8025" y="2006636"/>
            <a:ext cx="1007950" cy="1007950"/>
          </a:xfrm>
          <a:prstGeom prst="rect">
            <a:avLst/>
          </a:prstGeom>
          <a:noFill/>
          <a:ln w="2857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角丸四角形 67">
            <a:extLst>
              <a:ext uri="{FF2B5EF4-FFF2-40B4-BE49-F238E27FC236}">
                <a16:creationId xmlns:a16="http://schemas.microsoft.com/office/drawing/2014/main" id="{52397E30-6447-4DBA-880A-19EEE89A68FF}"/>
              </a:ext>
            </a:extLst>
          </p:cNvPr>
          <p:cNvSpPr/>
          <p:nvPr/>
        </p:nvSpPr>
        <p:spPr>
          <a:xfrm>
            <a:off x="1900794" y="5473034"/>
            <a:ext cx="749080" cy="465380"/>
          </a:xfrm>
          <a:prstGeom prst="roundRect">
            <a:avLst/>
          </a:prstGeom>
          <a:solidFill>
            <a:schemeClr val="tx2">
              <a:lumMod val="50000"/>
            </a:schemeClr>
          </a:solidFill>
          <a:ln w="127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Ctrl</a:t>
            </a:r>
            <a:endParaRPr lang="ja-JP" altLang="en-US">
              <a:solidFill>
                <a:schemeClr val="tx2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5" name="角丸四角形 48">
            <a:extLst>
              <a:ext uri="{FF2B5EF4-FFF2-40B4-BE49-F238E27FC236}">
                <a16:creationId xmlns:a16="http://schemas.microsoft.com/office/drawing/2014/main" id="{CFAB6709-9C1A-4365-9E06-8E2712BC88AD}"/>
              </a:ext>
            </a:extLst>
          </p:cNvPr>
          <p:cNvSpPr/>
          <p:nvPr/>
        </p:nvSpPr>
        <p:spPr>
          <a:xfrm>
            <a:off x="569441" y="4421474"/>
            <a:ext cx="905658" cy="465380"/>
          </a:xfrm>
          <a:prstGeom prst="roundRect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CAPS</a:t>
            </a:r>
            <a:endParaRPr lang="ja-JP" altLang="en-US">
              <a:solidFill>
                <a:schemeClr val="accent2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0" name="角丸四角形 49"/>
          <p:cNvSpPr/>
          <p:nvPr/>
        </p:nvSpPr>
        <p:spPr>
          <a:xfrm>
            <a:off x="1794537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最背面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移動</a:t>
            </a:r>
          </a:p>
        </p:txBody>
      </p:sp>
    </p:spTree>
    <p:extLst>
      <p:ext uri="{BB962C8B-B14F-4D97-AF65-F5344CB8AC3E}">
        <p14:creationId xmlns:p14="http://schemas.microsoft.com/office/powerpoint/2010/main" val="1582896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角丸四角形 5"/>
          <p:cNvSpPr/>
          <p:nvPr/>
        </p:nvSpPr>
        <p:spPr>
          <a:xfrm>
            <a:off x="57554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7" name="角丸四角形 6"/>
          <p:cNvSpPr/>
          <p:nvPr/>
        </p:nvSpPr>
        <p:spPr>
          <a:xfrm>
            <a:off x="1112123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フィルタ</a:t>
            </a:r>
          </a:p>
        </p:txBody>
      </p:sp>
      <p:sp>
        <p:nvSpPr>
          <p:cNvPr id="12" name="角丸四角形 11"/>
          <p:cNvSpPr/>
          <p:nvPr/>
        </p:nvSpPr>
        <p:spPr>
          <a:xfrm>
            <a:off x="3795028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角丸四角形 12"/>
          <p:cNvSpPr/>
          <p:nvPr/>
        </p:nvSpPr>
        <p:spPr>
          <a:xfrm>
            <a:off x="4331609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角丸四角形 13"/>
          <p:cNvSpPr/>
          <p:nvPr/>
        </p:nvSpPr>
        <p:spPr>
          <a:xfrm>
            <a:off x="4868190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角丸四角形 14"/>
          <p:cNvSpPr/>
          <p:nvPr/>
        </p:nvSpPr>
        <p:spPr>
          <a:xfrm>
            <a:off x="5404771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角丸四角形 15"/>
          <p:cNvSpPr/>
          <p:nvPr/>
        </p:nvSpPr>
        <p:spPr>
          <a:xfrm>
            <a:off x="594135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角丸四角形 16"/>
          <p:cNvSpPr/>
          <p:nvPr/>
        </p:nvSpPr>
        <p:spPr>
          <a:xfrm>
            <a:off x="6477933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角丸四角形 17"/>
          <p:cNvSpPr/>
          <p:nvPr/>
        </p:nvSpPr>
        <p:spPr>
          <a:xfrm>
            <a:off x="7014514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角丸四角形 18"/>
          <p:cNvSpPr/>
          <p:nvPr/>
        </p:nvSpPr>
        <p:spPr>
          <a:xfrm>
            <a:off x="7551095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角丸四角形 19"/>
          <p:cNvSpPr/>
          <p:nvPr/>
        </p:nvSpPr>
        <p:spPr>
          <a:xfrm>
            <a:off x="8087682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角丸四角形 21"/>
          <p:cNvSpPr/>
          <p:nvPr/>
        </p:nvSpPr>
        <p:spPr>
          <a:xfrm>
            <a:off x="1364212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セル幅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調整</a:t>
            </a:r>
          </a:p>
        </p:txBody>
      </p:sp>
      <p:sp>
        <p:nvSpPr>
          <p:cNvPr id="26" name="角丸四角形 25"/>
          <p:cNvSpPr/>
          <p:nvPr/>
        </p:nvSpPr>
        <p:spPr>
          <a:xfrm>
            <a:off x="3510536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文字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色変更</a:t>
            </a:r>
          </a:p>
        </p:txBody>
      </p:sp>
      <p:sp>
        <p:nvSpPr>
          <p:cNvPr id="27" name="角丸四角形 26"/>
          <p:cNvSpPr/>
          <p:nvPr/>
        </p:nvSpPr>
        <p:spPr>
          <a:xfrm>
            <a:off x="4047117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4583698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格子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罫線</a:t>
            </a:r>
          </a:p>
        </p:txBody>
      </p:sp>
      <p:sp>
        <p:nvSpPr>
          <p:cNvPr id="29" name="角丸四角形 28"/>
          <p:cNvSpPr/>
          <p:nvPr/>
        </p:nvSpPr>
        <p:spPr>
          <a:xfrm>
            <a:off x="5120279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上罫線</a:t>
            </a:r>
          </a:p>
        </p:txBody>
      </p:sp>
      <p:sp>
        <p:nvSpPr>
          <p:cNvPr id="30" name="角丸四角形 29"/>
          <p:cNvSpPr/>
          <p:nvPr/>
        </p:nvSpPr>
        <p:spPr>
          <a:xfrm>
            <a:off x="5656860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外枠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罫線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1" name="角丸四角形 30"/>
          <p:cNvSpPr/>
          <p:nvPr/>
        </p:nvSpPr>
        <p:spPr>
          <a:xfrm>
            <a:off x="6193441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6730022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3" name="角丸四角形 32"/>
          <p:cNvSpPr/>
          <p:nvPr/>
        </p:nvSpPr>
        <p:spPr>
          <a:xfrm>
            <a:off x="7266603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角丸四角形 33"/>
          <p:cNvSpPr/>
          <p:nvPr/>
        </p:nvSpPr>
        <p:spPr>
          <a:xfrm>
            <a:off x="7803185" y="3895694"/>
            <a:ext cx="749085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シート削除</a:t>
            </a:r>
          </a:p>
        </p:txBody>
      </p:sp>
      <p:sp>
        <p:nvSpPr>
          <p:cNvPr id="35" name="角丸四角形 34"/>
          <p:cNvSpPr/>
          <p:nvPr/>
        </p:nvSpPr>
        <p:spPr>
          <a:xfrm>
            <a:off x="569441" y="3895694"/>
            <a:ext cx="72277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latin typeface="Consolas" panose="020B0609020204030204" pitchFamily="49" charset="0"/>
            </a:endParaRPr>
          </a:p>
        </p:txBody>
      </p:sp>
      <p:sp>
        <p:nvSpPr>
          <p:cNvPr id="36" name="角丸四角形 35"/>
          <p:cNvSpPr/>
          <p:nvPr/>
        </p:nvSpPr>
        <p:spPr>
          <a:xfrm>
            <a:off x="154709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マクロ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実行</a:t>
            </a:r>
          </a:p>
        </p:txBody>
      </p:sp>
      <p:sp>
        <p:nvSpPr>
          <p:cNvPr id="37" name="角丸四角形 36"/>
          <p:cNvSpPr/>
          <p:nvPr/>
        </p:nvSpPr>
        <p:spPr>
          <a:xfrm>
            <a:off x="2083673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シート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切り替え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altLang="ja-JP" sz="900">
                <a:solidFill>
                  <a:schemeClr val="bg1"/>
                </a:solidFill>
                <a:latin typeface="Consolas" panose="020B0609020204030204" pitchFamily="49" charset="0"/>
              </a:rPr>
              <a:t>←</a:t>
            </a:r>
          </a:p>
        </p:txBody>
      </p:sp>
      <p:sp>
        <p:nvSpPr>
          <p:cNvPr id="38" name="角丸四角形 37"/>
          <p:cNvSpPr/>
          <p:nvPr/>
        </p:nvSpPr>
        <p:spPr>
          <a:xfrm>
            <a:off x="2620254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背景色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変更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9" name="角丸四角形 38"/>
          <p:cNvSpPr/>
          <p:nvPr/>
        </p:nvSpPr>
        <p:spPr>
          <a:xfrm>
            <a:off x="3156835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 u="sng">
                <a:solidFill>
                  <a:schemeClr val="bg1"/>
                </a:solidFill>
                <a:latin typeface="Consolas" panose="020B0609020204030204" pitchFamily="49" charset="0"/>
              </a:rPr>
              <a:t>シート</a:t>
            </a:r>
            <a:endParaRPr lang="en-US" altLang="ja-JP" sz="900" u="sng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 u="sng">
                <a:solidFill>
                  <a:schemeClr val="bg1"/>
                </a:solidFill>
                <a:latin typeface="Consolas" panose="020B0609020204030204" pitchFamily="49" charset="0"/>
              </a:rPr>
              <a:t>切り替え</a:t>
            </a:r>
            <a:endParaRPr lang="en-US" altLang="ja-JP" sz="900" u="sng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 u="sng">
                <a:solidFill>
                  <a:schemeClr val="bg1"/>
                </a:solidFill>
                <a:latin typeface="Consolas" panose="020B0609020204030204" pitchFamily="49" charset="0"/>
              </a:rPr>
              <a:t>→</a:t>
            </a:r>
          </a:p>
        </p:txBody>
      </p:sp>
      <p:sp>
        <p:nvSpPr>
          <p:cNvPr id="40" name="角丸四角形 39"/>
          <p:cNvSpPr/>
          <p:nvPr/>
        </p:nvSpPr>
        <p:spPr>
          <a:xfrm>
            <a:off x="3693416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セル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結合</a:t>
            </a:r>
          </a:p>
        </p:txBody>
      </p:sp>
      <p:sp>
        <p:nvSpPr>
          <p:cNvPr id="41" name="角丸四角形 40"/>
          <p:cNvSpPr/>
          <p:nvPr/>
        </p:nvSpPr>
        <p:spPr>
          <a:xfrm>
            <a:off x="4229997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罫線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削除</a:t>
            </a:r>
          </a:p>
        </p:txBody>
      </p:sp>
      <p:sp>
        <p:nvSpPr>
          <p:cNvPr id="42" name="角丸四角形 41"/>
          <p:cNvSpPr/>
          <p:nvPr/>
        </p:nvSpPr>
        <p:spPr>
          <a:xfrm>
            <a:off x="4766578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 u="sng">
                <a:solidFill>
                  <a:schemeClr val="bg1"/>
                </a:solidFill>
                <a:latin typeface="Consolas" panose="020B0609020204030204" pitchFamily="49" charset="0"/>
              </a:rPr>
              <a:t>左罫線</a:t>
            </a:r>
            <a:endParaRPr lang="en-US" altLang="ja-JP" sz="900" u="sng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3" name="角丸四角形 42"/>
          <p:cNvSpPr/>
          <p:nvPr/>
        </p:nvSpPr>
        <p:spPr>
          <a:xfrm>
            <a:off x="5303159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下罫線</a:t>
            </a:r>
          </a:p>
        </p:txBody>
      </p:sp>
      <p:sp>
        <p:nvSpPr>
          <p:cNvPr id="44" name="角丸四角形 43"/>
          <p:cNvSpPr/>
          <p:nvPr/>
        </p:nvSpPr>
        <p:spPr>
          <a:xfrm>
            <a:off x="5839740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右罫線</a:t>
            </a:r>
          </a:p>
        </p:txBody>
      </p:sp>
      <p:sp>
        <p:nvSpPr>
          <p:cNvPr id="45" name="角丸四角形 44"/>
          <p:cNvSpPr/>
          <p:nvPr/>
        </p:nvSpPr>
        <p:spPr>
          <a:xfrm>
            <a:off x="6376321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6" name="角丸四角形 45"/>
          <p:cNvSpPr/>
          <p:nvPr/>
        </p:nvSpPr>
        <p:spPr>
          <a:xfrm>
            <a:off x="6912902" y="442147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7" name="角丸四角形 46"/>
          <p:cNvSpPr/>
          <p:nvPr/>
        </p:nvSpPr>
        <p:spPr>
          <a:xfrm>
            <a:off x="7449483" y="4421474"/>
            <a:ext cx="1102786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0" name="角丸四角形 49"/>
          <p:cNvSpPr/>
          <p:nvPr/>
        </p:nvSpPr>
        <p:spPr>
          <a:xfrm>
            <a:off x="1794537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1" name="角丸四角形 50"/>
          <p:cNvSpPr/>
          <p:nvPr/>
        </p:nvSpPr>
        <p:spPr>
          <a:xfrm>
            <a:off x="2331118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2" name="角丸四角形 51"/>
          <p:cNvSpPr/>
          <p:nvPr/>
        </p:nvSpPr>
        <p:spPr>
          <a:xfrm>
            <a:off x="2867699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3" name="角丸四角形 52"/>
          <p:cNvSpPr/>
          <p:nvPr/>
        </p:nvSpPr>
        <p:spPr>
          <a:xfrm>
            <a:off x="3404280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700">
                <a:solidFill>
                  <a:schemeClr val="bg1"/>
                </a:solidFill>
                <a:latin typeface="Consolas" panose="020B0609020204030204" pitchFamily="49" charset="0"/>
              </a:rPr>
              <a:t>ウィンドウ</a:t>
            </a:r>
            <a:endParaRPr lang="en-US" altLang="ja-JP" sz="7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700">
                <a:solidFill>
                  <a:schemeClr val="bg1"/>
                </a:solidFill>
                <a:latin typeface="Consolas" panose="020B0609020204030204" pitchFamily="49" charset="0"/>
              </a:rPr>
              <a:t>枠固定</a:t>
            </a:r>
          </a:p>
        </p:txBody>
      </p:sp>
      <p:sp>
        <p:nvSpPr>
          <p:cNvPr id="54" name="角丸四角形 53"/>
          <p:cNvSpPr/>
          <p:nvPr/>
        </p:nvSpPr>
        <p:spPr>
          <a:xfrm>
            <a:off x="3940861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取消線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5" name="角丸四角形 54"/>
          <p:cNvSpPr/>
          <p:nvPr/>
        </p:nvSpPr>
        <p:spPr>
          <a:xfrm>
            <a:off x="4477442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シート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追加</a:t>
            </a:r>
          </a:p>
        </p:txBody>
      </p:sp>
      <p:sp>
        <p:nvSpPr>
          <p:cNvPr id="56" name="角丸四角形 55"/>
          <p:cNvSpPr/>
          <p:nvPr/>
        </p:nvSpPr>
        <p:spPr>
          <a:xfrm>
            <a:off x="5014023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罫線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スタイル</a:t>
            </a:r>
          </a:p>
        </p:txBody>
      </p:sp>
      <p:sp>
        <p:nvSpPr>
          <p:cNvPr id="57" name="角丸四角形 56"/>
          <p:cNvSpPr/>
          <p:nvPr/>
        </p:nvSpPr>
        <p:spPr>
          <a:xfrm>
            <a:off x="5550604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8" name="角丸四角形 57"/>
          <p:cNvSpPr/>
          <p:nvPr/>
        </p:nvSpPr>
        <p:spPr>
          <a:xfrm>
            <a:off x="6087185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9" name="角丸四角形 58"/>
          <p:cNvSpPr/>
          <p:nvPr/>
        </p:nvSpPr>
        <p:spPr>
          <a:xfrm>
            <a:off x="6623766" y="494725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pic>
        <p:nvPicPr>
          <p:cNvPr id="3076" name="Picture 4" descr="「Excel」の画像検索結果">
            <a:extLst>
              <a:ext uri="{FF2B5EF4-FFF2-40B4-BE49-F238E27FC236}">
                <a16:creationId xmlns:a16="http://schemas.microsoft.com/office/drawing/2014/main" id="{F5E402AB-C9CC-47BF-BCA3-72C560E249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8025" y="1989002"/>
            <a:ext cx="1007950" cy="100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2" name="角丸四角形 67">
            <a:extLst>
              <a:ext uri="{FF2B5EF4-FFF2-40B4-BE49-F238E27FC236}">
                <a16:creationId xmlns:a16="http://schemas.microsoft.com/office/drawing/2014/main" id="{8A3E1187-9E56-4AEF-BA74-59653623CE59}"/>
              </a:ext>
            </a:extLst>
          </p:cNvPr>
          <p:cNvSpPr/>
          <p:nvPr/>
        </p:nvSpPr>
        <p:spPr>
          <a:xfrm>
            <a:off x="1900794" y="5473034"/>
            <a:ext cx="749080" cy="465380"/>
          </a:xfrm>
          <a:prstGeom prst="roundRect">
            <a:avLst/>
          </a:prstGeom>
          <a:solidFill>
            <a:schemeClr val="tx2">
              <a:lumMod val="50000"/>
            </a:schemeClr>
          </a:solidFill>
          <a:ln w="127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Ctrl</a:t>
            </a:r>
            <a:endParaRPr lang="ja-JP" altLang="en-US">
              <a:solidFill>
                <a:schemeClr val="tx2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3" name="角丸四角形 48">
            <a:extLst>
              <a:ext uri="{FF2B5EF4-FFF2-40B4-BE49-F238E27FC236}">
                <a16:creationId xmlns:a16="http://schemas.microsoft.com/office/drawing/2014/main" id="{5020D902-3F4E-4502-AC10-6ED82B34FAB1}"/>
              </a:ext>
            </a:extLst>
          </p:cNvPr>
          <p:cNvSpPr/>
          <p:nvPr/>
        </p:nvSpPr>
        <p:spPr>
          <a:xfrm>
            <a:off x="569441" y="4421474"/>
            <a:ext cx="905658" cy="465380"/>
          </a:xfrm>
          <a:prstGeom prst="roundRect">
            <a:avLst/>
          </a:prstGeom>
          <a:solidFill>
            <a:schemeClr val="accent2">
              <a:lumMod val="5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CAPS</a:t>
            </a:r>
            <a:endParaRPr lang="ja-JP" altLang="en-US">
              <a:solidFill>
                <a:schemeClr val="accent2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" name="角丸四角形 22">
            <a:extLst>
              <a:ext uri="{FF2B5EF4-FFF2-40B4-BE49-F238E27FC236}">
                <a16:creationId xmlns:a16="http://schemas.microsoft.com/office/drawing/2014/main" id="{CC928FB2-1619-DF58-9F50-2A2644C8B428}"/>
              </a:ext>
            </a:extLst>
          </p:cNvPr>
          <p:cNvSpPr/>
          <p:nvPr/>
        </p:nvSpPr>
        <p:spPr>
          <a:xfrm>
            <a:off x="1900793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左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揃え</a:t>
            </a:r>
          </a:p>
        </p:txBody>
      </p:sp>
      <p:sp>
        <p:nvSpPr>
          <p:cNvPr id="3" name="角丸四角形 23">
            <a:extLst>
              <a:ext uri="{FF2B5EF4-FFF2-40B4-BE49-F238E27FC236}">
                <a16:creationId xmlns:a16="http://schemas.microsoft.com/office/drawing/2014/main" id="{BD6B0845-40A6-6AB4-AA5F-89D7E91B0B63}"/>
              </a:ext>
            </a:extLst>
          </p:cNvPr>
          <p:cNvSpPr/>
          <p:nvPr/>
        </p:nvSpPr>
        <p:spPr>
          <a:xfrm>
            <a:off x="2437374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中央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揃え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角丸四角形 24">
            <a:extLst>
              <a:ext uri="{FF2B5EF4-FFF2-40B4-BE49-F238E27FC236}">
                <a16:creationId xmlns:a16="http://schemas.microsoft.com/office/drawing/2014/main" id="{754F7656-A37A-44E9-91E5-BBB1457CCA72}"/>
              </a:ext>
            </a:extLst>
          </p:cNvPr>
          <p:cNvSpPr/>
          <p:nvPr/>
        </p:nvSpPr>
        <p:spPr>
          <a:xfrm>
            <a:off x="2973955" y="389569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右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揃え</a:t>
            </a:r>
          </a:p>
        </p:txBody>
      </p:sp>
      <p:sp>
        <p:nvSpPr>
          <p:cNvPr id="5" name="角丸四角形 7">
            <a:extLst>
              <a:ext uri="{FF2B5EF4-FFF2-40B4-BE49-F238E27FC236}">
                <a16:creationId xmlns:a16="http://schemas.microsoft.com/office/drawing/2014/main" id="{95096A7E-4D40-984A-46CE-504F52BDC121}"/>
              </a:ext>
            </a:extLst>
          </p:cNvPr>
          <p:cNvSpPr/>
          <p:nvPr/>
        </p:nvSpPr>
        <p:spPr>
          <a:xfrm>
            <a:off x="1648704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上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揃え</a:t>
            </a:r>
          </a:p>
        </p:txBody>
      </p:sp>
      <p:sp>
        <p:nvSpPr>
          <p:cNvPr id="21" name="角丸四角形 8">
            <a:extLst>
              <a:ext uri="{FF2B5EF4-FFF2-40B4-BE49-F238E27FC236}">
                <a16:creationId xmlns:a16="http://schemas.microsoft.com/office/drawing/2014/main" id="{4BE41926-5B0B-7365-6BF6-296D3C5EBF80}"/>
              </a:ext>
            </a:extLst>
          </p:cNvPr>
          <p:cNvSpPr/>
          <p:nvPr/>
        </p:nvSpPr>
        <p:spPr>
          <a:xfrm>
            <a:off x="2185285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中央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揃え</a:t>
            </a:r>
          </a:p>
        </p:txBody>
      </p:sp>
      <p:sp>
        <p:nvSpPr>
          <p:cNvPr id="48" name="角丸四角形 9">
            <a:extLst>
              <a:ext uri="{FF2B5EF4-FFF2-40B4-BE49-F238E27FC236}">
                <a16:creationId xmlns:a16="http://schemas.microsoft.com/office/drawing/2014/main" id="{3D2C54A4-089B-7FDD-890F-3DDFFA926706}"/>
              </a:ext>
            </a:extLst>
          </p:cNvPr>
          <p:cNvSpPr/>
          <p:nvPr/>
        </p:nvSpPr>
        <p:spPr>
          <a:xfrm>
            <a:off x="2721866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下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揃え</a:t>
            </a:r>
          </a:p>
        </p:txBody>
      </p:sp>
      <p:sp>
        <p:nvSpPr>
          <p:cNvPr id="8" name="角丸四角形 10">
            <a:extLst>
              <a:ext uri="{FF2B5EF4-FFF2-40B4-BE49-F238E27FC236}">
                <a16:creationId xmlns:a16="http://schemas.microsoft.com/office/drawing/2014/main" id="{B8DD5CF8-4A9D-1416-83F8-17D3FA20A7DC}"/>
              </a:ext>
            </a:extLst>
          </p:cNvPr>
          <p:cNvSpPr/>
          <p:nvPr/>
        </p:nvSpPr>
        <p:spPr>
          <a:xfrm>
            <a:off x="3258447" y="3369914"/>
            <a:ext cx="464588" cy="465380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枠線</a:t>
            </a:r>
            <a:endParaRPr lang="en-US" altLang="ja-JP" sz="90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ctr"/>
            <a:r>
              <a:rPr lang="ja-JP" altLang="en-US" sz="900">
                <a:solidFill>
                  <a:schemeClr val="bg1"/>
                </a:solidFill>
                <a:latin typeface="Consolas" panose="020B0609020204030204" pitchFamily="49" charset="0"/>
              </a:rPr>
              <a:t>色変更</a:t>
            </a:r>
          </a:p>
        </p:txBody>
      </p:sp>
      <p:sp>
        <p:nvSpPr>
          <p:cNvPr id="11" name="タイトル 1">
            <a:extLst>
              <a:ext uri="{FF2B5EF4-FFF2-40B4-BE49-F238E27FC236}">
                <a16:creationId xmlns:a16="http://schemas.microsoft.com/office/drawing/2014/main" id="{0F8EC060-3A28-5C9D-30AF-1BFA479F9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8"/>
            <a:ext cx="8335838" cy="1325563"/>
          </a:xfrm>
        </p:spPr>
        <p:txBody>
          <a:bodyPr anchor="t">
            <a:noAutofit/>
          </a:bodyPr>
          <a:lstStyle/>
          <a:p>
            <a:r>
              <a:rPr lang="en-US" altLang="ja-JP" sz="36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App Specific Binds</a:t>
            </a:r>
            <a:br>
              <a:rPr lang="en-US" altLang="ja-JP" sz="36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</a:br>
            <a: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CAPS &amp; LCMD</a:t>
            </a:r>
            <a:b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</a:br>
            <a: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※</a:t>
            </a:r>
            <a:r>
              <a:rPr lang="ja-JP" altLang="en-US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 </a:t>
            </a:r>
            <a: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RDP</a:t>
            </a:r>
            <a:r>
              <a:rPr lang="ja-JP" altLang="en-US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先に刺さらないため、非推奨。局所最適化対象のみ</a:t>
            </a:r>
            <a:endParaRPr lang="en-US" altLang="ja-JP" sz="36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3145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972FAC5-9B9D-4DAC-93E7-1C9FF71153AA}"/>
              </a:ext>
            </a:extLst>
          </p:cNvPr>
          <p:cNvSpPr/>
          <p:nvPr/>
        </p:nvSpPr>
        <p:spPr>
          <a:xfrm>
            <a:off x="5498579" y="373630"/>
            <a:ext cx="576064" cy="1039146"/>
          </a:xfrm>
          <a:prstGeom prst="roundRect">
            <a:avLst>
              <a:gd name="adj" fmla="val 620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err="1"/>
              <a:t>xxxxxxx</a:t>
            </a:r>
            <a:endParaRPr lang="ja-JP" altLang="en-US"/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749BB436-C47B-43C6-B283-0FDFDFDDF7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915546"/>
              </p:ext>
            </p:extLst>
          </p:nvPr>
        </p:nvGraphicFramePr>
        <p:xfrm>
          <a:off x="695463" y="1653824"/>
          <a:ext cx="7776862" cy="5001004"/>
        </p:xfrm>
        <a:graphic>
          <a:graphicData uri="http://schemas.openxmlformats.org/drawingml/2006/table">
            <a:tbl>
              <a:tblPr>
                <a:tableStyleId>{9DCAF9ED-07DC-4A11-8D7F-57B35C25682E}</a:tableStyleId>
              </a:tblPr>
              <a:tblGrid>
                <a:gridCol w="1296122">
                  <a:extLst>
                    <a:ext uri="{9D8B030D-6E8A-4147-A177-3AD203B41FA5}">
                      <a16:colId xmlns:a16="http://schemas.microsoft.com/office/drawing/2014/main" val="183300344"/>
                    </a:ext>
                  </a:extLst>
                </a:gridCol>
                <a:gridCol w="925820">
                  <a:extLst>
                    <a:ext uri="{9D8B030D-6E8A-4147-A177-3AD203B41FA5}">
                      <a16:colId xmlns:a16="http://schemas.microsoft.com/office/drawing/2014/main" val="2888142448"/>
                    </a:ext>
                  </a:extLst>
                </a:gridCol>
                <a:gridCol w="925820">
                  <a:extLst>
                    <a:ext uri="{9D8B030D-6E8A-4147-A177-3AD203B41FA5}">
                      <a16:colId xmlns:a16="http://schemas.microsoft.com/office/drawing/2014/main" val="250105188"/>
                    </a:ext>
                  </a:extLst>
                </a:gridCol>
                <a:gridCol w="925820">
                  <a:extLst>
                    <a:ext uri="{9D8B030D-6E8A-4147-A177-3AD203B41FA5}">
                      <a16:colId xmlns:a16="http://schemas.microsoft.com/office/drawing/2014/main" val="842094097"/>
                    </a:ext>
                  </a:extLst>
                </a:gridCol>
                <a:gridCol w="925820">
                  <a:extLst>
                    <a:ext uri="{9D8B030D-6E8A-4147-A177-3AD203B41FA5}">
                      <a16:colId xmlns:a16="http://schemas.microsoft.com/office/drawing/2014/main" val="4276657703"/>
                    </a:ext>
                  </a:extLst>
                </a:gridCol>
                <a:gridCol w="925820">
                  <a:extLst>
                    <a:ext uri="{9D8B030D-6E8A-4147-A177-3AD203B41FA5}">
                      <a16:colId xmlns:a16="http://schemas.microsoft.com/office/drawing/2014/main" val="3923656244"/>
                    </a:ext>
                  </a:extLst>
                </a:gridCol>
                <a:gridCol w="925820">
                  <a:extLst>
                    <a:ext uri="{9D8B030D-6E8A-4147-A177-3AD203B41FA5}">
                      <a16:colId xmlns:a16="http://schemas.microsoft.com/office/drawing/2014/main" val="965317895"/>
                    </a:ext>
                  </a:extLst>
                </a:gridCol>
                <a:gridCol w="925820">
                  <a:extLst>
                    <a:ext uri="{9D8B030D-6E8A-4147-A177-3AD203B41FA5}">
                      <a16:colId xmlns:a16="http://schemas.microsoft.com/office/drawing/2014/main" val="132597582"/>
                    </a:ext>
                  </a:extLst>
                </a:gridCol>
              </a:tblGrid>
              <a:tr h="469054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ja-JP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トリガ</a:t>
                      </a:r>
                      <a:endParaRPr lang="en-US" sz="16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7">
                  <a:txBody>
                    <a:bodyPr/>
                    <a:lstStyle/>
                    <a:p>
                      <a:pPr algn="ctr" fontAlgn="ctr"/>
                      <a:r>
                        <a:rPr lang="ja-JP" altLang="en-US" sz="14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修飾キー</a:t>
                      </a:r>
                      <a:endParaRPr lang="en-US" sz="14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6682979"/>
                  </a:ext>
                </a:extLst>
              </a:tr>
              <a:tr h="453195">
                <a:tc vMerge="1">
                  <a:txBody>
                    <a:bodyPr/>
                    <a:lstStyle/>
                    <a:p>
                      <a:pPr algn="ctr" fontAlgn="ctr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Rbutton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Mbutton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ButtonLB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4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4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uttonLF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ButtonRF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6980064"/>
                  </a:ext>
                </a:extLst>
              </a:tr>
              <a:tr h="45319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u="none" strike="noStrike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LButton</a:t>
                      </a:r>
                      <a:endParaRPr lang="en-US" sz="1400" b="1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左クリック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サイズ変更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b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</a:br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Control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accent2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Explorer</a:t>
                      </a:r>
                    </a:p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accent2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起動</a:t>
                      </a:r>
                      <a:endParaRPr lang="en-US" altLang="ja-JP" sz="1100" b="0" i="0" u="none" strike="noStrike">
                        <a:solidFill>
                          <a:schemeClr val="accent2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accent2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特殊</a:t>
                      </a:r>
                      <a:endParaRPr lang="en-US" altLang="ja-JP" sz="1100" b="0" i="0" u="none" strike="noStrike">
                        <a:solidFill>
                          <a:schemeClr val="accent2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accent2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スクロール</a:t>
                      </a:r>
                      <a:endParaRPr lang="en-US" altLang="ja-JP" sz="1100" b="0" i="0" u="none" strike="noStrike">
                        <a:solidFill>
                          <a:schemeClr val="accent2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サウンド</a:t>
                      </a:r>
                      <a:endParaRPr lang="en-US" altLang="ja-JP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ミキサー表示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9819517"/>
                  </a:ext>
                </a:extLst>
              </a:tr>
              <a:tr h="45319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u="none" strike="noStrike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RButton</a:t>
                      </a:r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右クリック</a:t>
                      </a:r>
                      <a:endParaRPr lang="en-US" altLang="ja-JP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新規</a:t>
                      </a:r>
                      <a:endParaRPr lang="en-US" altLang="ja-JP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accent2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</a:t>
                      </a:r>
                      <a:r>
                        <a:rPr lang="ja-JP" altLang="en-US" sz="1100" b="0" i="0" u="none" strike="noStrike">
                          <a:solidFill>
                            <a:schemeClr val="accent2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キー</a:t>
                      </a:r>
                      <a:endParaRPr lang="en-US" altLang="ja-JP" sz="1100" b="0" i="0" u="none" strike="noStrike">
                        <a:solidFill>
                          <a:schemeClr val="accent2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accent2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Dashboard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en-US" altLang="ja-JP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046097"/>
                  </a:ext>
                </a:extLst>
              </a:tr>
              <a:tr h="45319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Wheel Up</a:t>
                      </a:r>
                      <a:endParaRPr lang="en-US" sz="1400" b="1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上ホイール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</a:t>
                      </a:r>
                      <a:endParaRPr lang="en-US" altLang="ja-JP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逆</a:t>
                      </a:r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)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9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en-US" altLang="ja-JP" sz="9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Change Left</a:t>
                      </a:r>
                      <a:endParaRPr lang="ja-JP" altLang="en-US" sz="9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endParaRPr lang="en-US" altLang="ja-JP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Alt + Tab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左ホイール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音量</a:t>
                      </a:r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Up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995889"/>
                  </a:ext>
                </a:extLst>
              </a:tr>
              <a:tr h="45319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Wheel Down</a:t>
                      </a:r>
                      <a:endParaRPr lang="en-US" sz="1400" b="1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下ホイール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</a:t>
                      </a:r>
                      <a:endParaRPr lang="en-US" altLang="ja-JP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順</a:t>
                      </a:r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)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9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en-US" altLang="ja-JP" sz="9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Change Right</a:t>
                      </a:r>
                      <a:endParaRPr lang="ja-JP" altLang="en-US" sz="9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endParaRPr lang="en-US" altLang="ja-JP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Alt + Tab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右ホイール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音量</a:t>
                      </a:r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Down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5433590"/>
                  </a:ext>
                </a:extLst>
              </a:tr>
              <a:tr h="45319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Mbutton</a:t>
                      </a:r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r>
                        <a:rPr lang="ja-JP" alt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を掴む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新規タブ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Suspend</a:t>
                      </a:r>
                    </a:p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AHK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Reload</a:t>
                      </a:r>
                    </a:p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AHK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Shutdown</a:t>
                      </a: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AHK</a:t>
                      </a:r>
                      <a:endParaRPr lang="ja-JP" altLang="en-US" sz="1100" b="0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490414"/>
                  </a:ext>
                </a:extLst>
              </a:tr>
              <a:tr h="45319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ButtonLB</a:t>
                      </a:r>
                    </a:p>
                    <a:p>
                      <a:pPr algn="ctr" fontAlgn="ctr"/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(x1)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戻る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タブの削除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最小化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再生速度</a:t>
                      </a:r>
                      <a:endParaRPr lang="en-US" altLang="ja-JP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Up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Mute</a:t>
                      </a:r>
                    </a:p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Timer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07748"/>
                  </a:ext>
                </a:extLst>
              </a:tr>
              <a:tr h="45319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ButtonLF</a:t>
                      </a:r>
                    </a:p>
                    <a:p>
                      <a:pPr algn="ctr" fontAlgn="ctr"/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(x2)</a:t>
                      </a:r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進む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タブの復元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全表示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再生速度</a:t>
                      </a:r>
                      <a:endParaRPr lang="en-US" altLang="ja-JP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Down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Select</a:t>
                      </a:r>
                    </a:p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Sound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2061899"/>
                  </a:ext>
                </a:extLst>
              </a:tr>
              <a:tr h="45319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ButtonRB</a:t>
                      </a:r>
                    </a:p>
                    <a:p>
                      <a:pPr algn="ctr" fontAlgn="ctr"/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(F20)</a:t>
                      </a:r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87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302926"/>
                  </a:ext>
                </a:extLst>
              </a:tr>
              <a:tr h="45319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ButtonRF</a:t>
                      </a:r>
                    </a:p>
                    <a:p>
                      <a:pPr algn="ctr" fontAlgn="ctr"/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(F19)</a:t>
                      </a:r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ja-JP" altLang="en-US" sz="11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87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ja-JP" altLang="en-US" sz="1100" b="0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651347"/>
                  </a:ext>
                </a:extLst>
              </a:tr>
            </a:tbl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B781F0A0-0652-4893-B7A5-DAB908AE7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340531"/>
            <a:ext cx="6912768" cy="1161868"/>
          </a:xfrm>
        </p:spPr>
        <p:txBody>
          <a:bodyPr anchor="t">
            <a:noAutofit/>
          </a:bodyPr>
          <a:lstStyle/>
          <a:p>
            <a:r>
              <a:rPr lang="en-US" altLang="ja-JP" sz="36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Mouse</a:t>
            </a:r>
            <a:r>
              <a:rPr lang="ja-JP" altLang="en-US" sz="36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 </a:t>
            </a:r>
            <a:r>
              <a:rPr lang="en-US" altLang="ja-JP" sz="36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Bindings</a:t>
            </a:r>
            <a:endParaRPr lang="ja-JP" altLang="en-US" sz="36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B3508E04-2D44-4BD1-B7D8-F3BCDD1F7A94}"/>
              </a:ext>
            </a:extLst>
          </p:cNvPr>
          <p:cNvGrpSpPr/>
          <p:nvPr/>
        </p:nvGrpSpPr>
        <p:grpSpPr>
          <a:xfrm>
            <a:off x="5534064" y="404664"/>
            <a:ext cx="2839557" cy="998964"/>
            <a:chOff x="1861702" y="2299526"/>
            <a:chExt cx="9665702" cy="3400425"/>
          </a:xfrm>
        </p:grpSpPr>
        <p:pic>
          <p:nvPicPr>
            <p:cNvPr id="8" name="Picture 2" descr="「pro wireless」の画像検索結果">
              <a:extLst>
                <a:ext uri="{FF2B5EF4-FFF2-40B4-BE49-F238E27FC236}">
                  <a16:creationId xmlns:a16="http://schemas.microsoft.com/office/drawing/2014/main" id="{77C5DDEA-E6A8-4CF7-BF23-A7B87F0554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61702" y="2299526"/>
              <a:ext cx="1724024" cy="3400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58F9482D-E19F-4A1E-B981-216D783B9E9E}"/>
                </a:ext>
              </a:extLst>
            </p:cNvPr>
            <p:cNvSpPr txBox="1"/>
            <p:nvPr/>
          </p:nvSpPr>
          <p:spPr>
            <a:xfrm>
              <a:off x="3907382" y="3005209"/>
              <a:ext cx="7620022" cy="19905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000" dirty="0">
                  <a:solidFill>
                    <a:schemeClr val="bg1"/>
                  </a:solidFill>
                  <a:latin typeface="Consolas" panose="020B0609020204030204" pitchFamily="49" charset="0"/>
                  <a:cs typeface="Courier New" panose="02070309020205020404" pitchFamily="49" charset="0"/>
                </a:rPr>
                <a:t>GPro</a:t>
              </a:r>
              <a:r>
                <a:rPr lang="ja-JP" altLang="en-US" sz="2000" dirty="0">
                  <a:solidFill>
                    <a:schemeClr val="bg1"/>
                  </a:solidFill>
                  <a:latin typeface="Consolas" panose="020B06090202040302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ja-JP" sz="2000" dirty="0">
                  <a:solidFill>
                    <a:schemeClr val="bg1"/>
                  </a:solidFill>
                  <a:latin typeface="Consolas" panose="020B0609020204030204" pitchFamily="49" charset="0"/>
                  <a:cs typeface="Courier New" panose="02070309020205020404" pitchFamily="49" charset="0"/>
                </a:rPr>
                <a:t>Wireless</a:t>
              </a:r>
            </a:p>
            <a:p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cs typeface="Courier New" panose="02070309020205020404" pitchFamily="49" charset="0"/>
                </a:rPr>
                <a:t>※7Button</a:t>
              </a:r>
              <a:endParaRPr lang="ja-JP" altLang="en-US" sz="1100" dirty="0">
                <a:solidFill>
                  <a:schemeClr val="bg1"/>
                </a:solidFill>
                <a:latin typeface="Consolas" panose="020B06090202040302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59811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タイトル 1">
            <a:extLst>
              <a:ext uri="{FF2B5EF4-FFF2-40B4-BE49-F238E27FC236}">
                <a16:creationId xmlns:a16="http://schemas.microsoft.com/office/drawing/2014/main" id="{55CEF6FD-EB19-5F69-97D0-FC8EBDCF20C4}"/>
              </a:ext>
            </a:extLst>
          </p:cNvPr>
          <p:cNvSpPr txBox="1">
            <a:spLocks/>
          </p:cNvSpPr>
          <p:nvPr/>
        </p:nvSpPr>
        <p:spPr>
          <a:xfrm>
            <a:off x="683568" y="340531"/>
            <a:ext cx="6912768" cy="116186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36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Architecture</a:t>
            </a:r>
            <a:br>
              <a:rPr lang="en-US" altLang="ja-JP" sz="24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</a:br>
            <a:r>
              <a:rPr lang="ja-JP" altLang="en-US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 ボタン押下から</a:t>
            </a:r>
            <a:r>
              <a:rPr lang="en-US" altLang="ja-JP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Application</a:t>
            </a:r>
            <a:r>
              <a:rPr lang="ja-JP" altLang="en-US" sz="20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への入力まで</a:t>
            </a:r>
            <a:endParaRPr lang="en-US" altLang="ja-JP" sz="20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  <a:p>
            <a:endParaRPr lang="en-US" altLang="ja-JP" sz="20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  <a:p>
            <a:endParaRPr lang="en-US" altLang="ja-JP" sz="20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  <a:p>
            <a:endParaRPr lang="en-US" altLang="ja-JP" sz="20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  <a:p>
            <a:endParaRPr lang="en-US" altLang="ja-JP" sz="20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  <a:p>
            <a:endParaRPr lang="en-US" altLang="ja-JP" sz="20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  <a:p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■処理層</a:t>
            </a:r>
            <a:endParaRPr lang="en-US" altLang="ja-JP" sz="18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  <a:p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　① 物理入力層（</a:t>
            </a:r>
            <a:r>
              <a:rPr lang="en-US" altLang="ja-JP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KB/Mouse</a:t>
            </a:r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）</a:t>
            </a:r>
          </a:p>
          <a:p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　② </a:t>
            </a:r>
            <a:r>
              <a:rPr lang="en-US" altLang="ja-JP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OS</a:t>
            </a:r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処理層（</a:t>
            </a:r>
            <a:r>
              <a:rPr lang="en-US" altLang="ja-JP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Windows</a:t>
            </a:r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）</a:t>
            </a:r>
          </a:p>
          <a:p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　③ </a:t>
            </a:r>
            <a:r>
              <a:rPr lang="en-US" altLang="ja-JP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AHK</a:t>
            </a:r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処理層</a:t>
            </a:r>
          </a:p>
          <a:p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　④ </a:t>
            </a:r>
            <a:r>
              <a:rPr lang="en-US" altLang="ja-JP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Application</a:t>
            </a:r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入力層</a:t>
            </a:r>
          </a:p>
          <a:p>
            <a:endParaRPr lang="ja-JP" altLang="en-US" sz="18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  <a:p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■</a:t>
            </a:r>
            <a:r>
              <a:rPr lang="en-US" altLang="ja-JP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AHK</a:t>
            </a:r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処理設計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Portability</a:t>
            </a:r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向上のため、</a:t>
            </a:r>
            <a:br>
              <a:rPr lang="en-US" altLang="ja-JP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</a:br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原則③の実装で対処する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可能な限りレジストリは編集しない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800">
                <a:solidFill>
                  <a:schemeClr val="bg1"/>
                </a:solidFill>
                <a:latin typeface="+mn-ea"/>
                <a:ea typeface="+mn-ea"/>
                <a:cs typeface="Courier New" panose="02070309020205020404" pitchFamily="49" charset="0"/>
              </a:rPr>
              <a:t>④個別のバインド設定をしない</a:t>
            </a:r>
            <a:endParaRPr lang="en-US" altLang="ja-JP" sz="1800">
              <a:solidFill>
                <a:schemeClr val="bg1"/>
              </a:solidFill>
              <a:latin typeface="+mn-ea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10A7833C-03CB-43F3-86A0-14DA584398B9}"/>
              </a:ext>
            </a:extLst>
          </p:cNvPr>
          <p:cNvSpPr/>
          <p:nvPr/>
        </p:nvSpPr>
        <p:spPr>
          <a:xfrm>
            <a:off x="5436096" y="3653046"/>
            <a:ext cx="3320324" cy="1922006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endParaRPr lang="en-US" altLang="ja-JP" sz="120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ja-JP" sz="12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AHK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56B2184-E64E-4488-95A8-C3EC5CF5F6CB}"/>
              </a:ext>
            </a:extLst>
          </p:cNvPr>
          <p:cNvSpPr/>
          <p:nvPr/>
        </p:nvSpPr>
        <p:spPr>
          <a:xfrm>
            <a:off x="5436099" y="3655545"/>
            <a:ext cx="1660160" cy="42036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>
                <a:latin typeface="Consolas" panose="020B0609020204030204" pitchFamily="49" charset="0"/>
              </a:rPr>
              <a:t>MBindListener.ahk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F2790E98-ACC3-495D-889A-377E34C2B010}"/>
              </a:ext>
            </a:extLst>
          </p:cNvPr>
          <p:cNvSpPr/>
          <p:nvPr/>
        </p:nvSpPr>
        <p:spPr>
          <a:xfrm>
            <a:off x="5436096" y="5872907"/>
            <a:ext cx="3320324" cy="420366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>
                <a:latin typeface="Consolas" panose="020B0609020204030204" pitchFamily="49" charset="0"/>
              </a:rPr>
              <a:t>Applications</a:t>
            </a:r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9FDECC07-CC45-7103-6B42-F90B1B86FF74}"/>
              </a:ext>
            </a:extLst>
          </p:cNvPr>
          <p:cNvGrpSpPr/>
          <p:nvPr/>
        </p:nvGrpSpPr>
        <p:grpSpPr>
          <a:xfrm>
            <a:off x="5436099" y="4282805"/>
            <a:ext cx="1660160" cy="476090"/>
            <a:chOff x="5436098" y="4282805"/>
            <a:chExt cx="1853419" cy="476090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8350B8C5-BA68-419B-8A61-4F4173A12339}"/>
                </a:ext>
              </a:extLst>
            </p:cNvPr>
            <p:cNvSpPr/>
            <p:nvPr/>
          </p:nvSpPr>
          <p:spPr>
            <a:xfrm>
              <a:off x="5436098" y="4283810"/>
              <a:ext cx="1853419" cy="4750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altLang="ja-JP" sz="1200">
                  <a:latin typeface="Consolas" panose="020B0609020204030204" pitchFamily="49" charset="0"/>
                </a:rPr>
                <a:t>MBind.ahk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08A9C4AC-9A19-48FC-B2E9-58C9EB3A677D}"/>
                </a:ext>
              </a:extLst>
            </p:cNvPr>
            <p:cNvSpPr/>
            <p:nvPr/>
          </p:nvSpPr>
          <p:spPr>
            <a:xfrm>
              <a:off x="5998834" y="4282805"/>
              <a:ext cx="1290680" cy="219139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>
                  <a:latin typeface="Consolas" panose="020B0609020204030204" pitchFamily="49" charset="0"/>
                </a:rPr>
                <a:t>MBindSettings.ahk</a:t>
              </a:r>
            </a:p>
          </p:txBody>
        </p:sp>
      </p:grp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E862BF7-935E-410A-8060-35647001A0C1}"/>
              </a:ext>
            </a:extLst>
          </p:cNvPr>
          <p:cNvSpPr/>
          <p:nvPr/>
        </p:nvSpPr>
        <p:spPr>
          <a:xfrm>
            <a:off x="6318682" y="5115938"/>
            <a:ext cx="1836066" cy="45911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Library/*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652FECC-865F-406C-8714-EAB578C952E4}"/>
              </a:ext>
            </a:extLst>
          </p:cNvPr>
          <p:cNvSpPr/>
          <p:nvPr/>
        </p:nvSpPr>
        <p:spPr>
          <a:xfrm>
            <a:off x="5436966" y="3008637"/>
            <a:ext cx="3320324" cy="420365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>
                <a:latin typeface="Consolas" panose="020B0609020204030204" pitchFamily="49" charset="0"/>
              </a:rPr>
              <a:t>Windows</a:t>
            </a:r>
            <a:endParaRPr lang="ja-JP" altLang="en-US" sz="1200">
              <a:latin typeface="Consolas" panose="020B0609020204030204" pitchFamily="49" charset="0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00E19DDE-BA50-4884-BD51-491BE0342E83}"/>
              </a:ext>
            </a:extLst>
          </p:cNvPr>
          <p:cNvSpPr/>
          <p:nvPr/>
        </p:nvSpPr>
        <p:spPr>
          <a:xfrm>
            <a:off x="7199957" y="5113382"/>
            <a:ext cx="954790" cy="15888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>
                <a:latin typeface="Consolas" panose="020B0609020204030204" pitchFamily="49" charset="0"/>
              </a:rPr>
              <a:t>Env/*</a:t>
            </a: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4B02623E-8822-42AF-8517-5EFB92241157}"/>
              </a:ext>
            </a:extLst>
          </p:cNvPr>
          <p:cNvSpPr/>
          <p:nvPr/>
        </p:nvSpPr>
        <p:spPr>
          <a:xfrm>
            <a:off x="7233114" y="3655530"/>
            <a:ext cx="1523306" cy="110336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IWA_Excel.ahk</a:t>
            </a:r>
          </a:p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IWA_Powerpoint.ahk</a:t>
            </a:r>
          </a:p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IWA_General.ahk</a:t>
            </a:r>
          </a:p>
        </p:txBody>
      </p:sp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F391C9B2-0E40-44F3-BF84-CD75E5A41D2C}"/>
              </a:ext>
            </a:extLst>
          </p:cNvPr>
          <p:cNvCxnSpPr>
            <a:cxnSpLocks/>
          </p:cNvCxnSpPr>
          <p:nvPr/>
        </p:nvCxnSpPr>
        <p:spPr>
          <a:xfrm>
            <a:off x="6311676" y="4065672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グラフィックス 22" descr="ユーザー">
            <a:extLst>
              <a:ext uri="{FF2B5EF4-FFF2-40B4-BE49-F238E27FC236}">
                <a16:creationId xmlns:a16="http://schemas.microsoft.com/office/drawing/2014/main" id="{7A06B734-F294-4BDC-A48D-054536006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95518" y="1474256"/>
            <a:ext cx="801480" cy="801480"/>
          </a:xfrm>
          <a:prstGeom prst="rect">
            <a:avLst/>
          </a:prstGeom>
        </p:spPr>
      </p:pic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406ACE9D-94AE-4054-A9CD-85E045C285B1}"/>
              </a:ext>
            </a:extLst>
          </p:cNvPr>
          <p:cNvCxnSpPr>
            <a:cxnSpLocks/>
            <a:stCxn id="23" idx="3"/>
            <a:endCxn id="7" idx="0"/>
          </p:cNvCxnSpPr>
          <p:nvPr/>
        </p:nvCxnSpPr>
        <p:spPr>
          <a:xfrm>
            <a:off x="7496998" y="1874998"/>
            <a:ext cx="429776" cy="567621"/>
          </a:xfrm>
          <a:prstGeom prst="bentConnector2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コネクタ: カギ線 37">
            <a:extLst>
              <a:ext uri="{FF2B5EF4-FFF2-40B4-BE49-F238E27FC236}">
                <a16:creationId xmlns:a16="http://schemas.microsoft.com/office/drawing/2014/main" id="{31B06834-5C0F-403A-A6E4-585A5828D796}"/>
              </a:ext>
            </a:extLst>
          </p:cNvPr>
          <p:cNvCxnSpPr>
            <a:cxnSpLocks/>
            <a:stCxn id="23" idx="1"/>
            <a:endCxn id="6" idx="0"/>
          </p:cNvCxnSpPr>
          <p:nvPr/>
        </p:nvCxnSpPr>
        <p:spPr>
          <a:xfrm rot="10800000" flipV="1">
            <a:off x="6266180" y="1874997"/>
            <a:ext cx="429341" cy="567621"/>
          </a:xfrm>
          <a:prstGeom prst="bentConnector2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楕円 51">
            <a:extLst>
              <a:ext uri="{FF2B5EF4-FFF2-40B4-BE49-F238E27FC236}">
                <a16:creationId xmlns:a16="http://schemas.microsoft.com/office/drawing/2014/main" id="{2D47D1AA-7BA9-489C-99BF-8874A776A2A3}"/>
              </a:ext>
            </a:extLst>
          </p:cNvPr>
          <p:cNvSpPr/>
          <p:nvPr/>
        </p:nvSpPr>
        <p:spPr>
          <a:xfrm>
            <a:off x="4974424" y="2507954"/>
            <a:ext cx="289692" cy="28969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1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3" name="楕円 52">
            <a:extLst>
              <a:ext uri="{FF2B5EF4-FFF2-40B4-BE49-F238E27FC236}">
                <a16:creationId xmlns:a16="http://schemas.microsoft.com/office/drawing/2014/main" id="{EFB11DF2-15FB-4886-A612-4C7C6EBA192A}"/>
              </a:ext>
            </a:extLst>
          </p:cNvPr>
          <p:cNvSpPr/>
          <p:nvPr/>
        </p:nvSpPr>
        <p:spPr>
          <a:xfrm>
            <a:off x="4974424" y="3086578"/>
            <a:ext cx="289692" cy="28969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2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4" name="楕円 53">
            <a:extLst>
              <a:ext uri="{FF2B5EF4-FFF2-40B4-BE49-F238E27FC236}">
                <a16:creationId xmlns:a16="http://schemas.microsoft.com/office/drawing/2014/main" id="{76718325-D8B7-4BF6-AD5D-5D56BB081029}"/>
              </a:ext>
            </a:extLst>
          </p:cNvPr>
          <p:cNvSpPr/>
          <p:nvPr/>
        </p:nvSpPr>
        <p:spPr>
          <a:xfrm>
            <a:off x="4974424" y="4469203"/>
            <a:ext cx="289692" cy="28969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3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5" name="楕円 54">
            <a:extLst>
              <a:ext uri="{FF2B5EF4-FFF2-40B4-BE49-F238E27FC236}">
                <a16:creationId xmlns:a16="http://schemas.microsoft.com/office/drawing/2014/main" id="{B35D26CE-9F1F-41BD-959F-997DB179EAA3}"/>
              </a:ext>
            </a:extLst>
          </p:cNvPr>
          <p:cNvSpPr/>
          <p:nvPr/>
        </p:nvSpPr>
        <p:spPr>
          <a:xfrm>
            <a:off x="4974424" y="5938244"/>
            <a:ext cx="289692" cy="28969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</a:rPr>
              <a:t>4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68B6408C-CA81-4EB0-9DFE-82707FF1EA70}"/>
              </a:ext>
            </a:extLst>
          </p:cNvPr>
          <p:cNvCxnSpPr>
            <a:cxnSpLocks/>
          </p:cNvCxnSpPr>
          <p:nvPr/>
        </p:nvCxnSpPr>
        <p:spPr>
          <a:xfrm>
            <a:off x="6295343" y="3434910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1D391DE4-F4AC-4783-AAFE-8F90794CE398}"/>
              </a:ext>
            </a:extLst>
          </p:cNvPr>
          <p:cNvCxnSpPr>
            <a:cxnSpLocks/>
          </p:cNvCxnSpPr>
          <p:nvPr/>
        </p:nvCxnSpPr>
        <p:spPr>
          <a:xfrm>
            <a:off x="7926774" y="3429000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FCCD7180-0E7B-5D5C-1F10-F23D833FC321}"/>
              </a:ext>
            </a:extLst>
          </p:cNvPr>
          <p:cNvGrpSpPr/>
          <p:nvPr/>
        </p:nvGrpSpPr>
        <p:grpSpPr>
          <a:xfrm>
            <a:off x="6079319" y="4758896"/>
            <a:ext cx="2376264" cy="1114014"/>
            <a:chOff x="6079319" y="4810114"/>
            <a:chExt cx="2376264" cy="1062795"/>
          </a:xfrm>
        </p:grpSpPr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CFDD1B9F-CAE8-479A-904D-607E0465F443}"/>
                </a:ext>
              </a:extLst>
            </p:cNvPr>
            <p:cNvCxnSpPr>
              <a:cxnSpLocks/>
            </p:cNvCxnSpPr>
            <p:nvPr/>
          </p:nvCxnSpPr>
          <p:spPr>
            <a:xfrm>
              <a:off x="6079319" y="4810114"/>
              <a:ext cx="0" cy="1062795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矢印コネクタ 61">
              <a:extLst>
                <a:ext uri="{FF2B5EF4-FFF2-40B4-BE49-F238E27FC236}">
                  <a16:creationId xmlns:a16="http://schemas.microsoft.com/office/drawing/2014/main" id="{F590ACEE-2C3E-4C3F-8F78-0F6AAE9774D7}"/>
                </a:ext>
              </a:extLst>
            </p:cNvPr>
            <p:cNvCxnSpPr>
              <a:cxnSpLocks/>
            </p:cNvCxnSpPr>
            <p:nvPr/>
          </p:nvCxnSpPr>
          <p:spPr>
            <a:xfrm>
              <a:off x="8455583" y="4810114"/>
              <a:ext cx="0" cy="1062795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1E77EEB0-39C6-496F-B3F9-FEDE671E3EE8}"/>
              </a:ext>
            </a:extLst>
          </p:cNvPr>
          <p:cNvCxnSpPr>
            <a:cxnSpLocks/>
          </p:cNvCxnSpPr>
          <p:nvPr/>
        </p:nvCxnSpPr>
        <p:spPr>
          <a:xfrm>
            <a:off x="7692565" y="5575054"/>
            <a:ext cx="0" cy="297855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AAF630AA-DC32-47CB-86C1-4624EDAF5BCB}"/>
              </a:ext>
            </a:extLst>
          </p:cNvPr>
          <p:cNvCxnSpPr>
            <a:cxnSpLocks/>
          </p:cNvCxnSpPr>
          <p:nvPr/>
        </p:nvCxnSpPr>
        <p:spPr>
          <a:xfrm>
            <a:off x="6295343" y="2797646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E090A36D-3CA7-4454-B7EF-4D9176C08A87}"/>
              </a:ext>
            </a:extLst>
          </p:cNvPr>
          <p:cNvCxnSpPr>
            <a:cxnSpLocks/>
          </p:cNvCxnSpPr>
          <p:nvPr/>
        </p:nvCxnSpPr>
        <p:spPr>
          <a:xfrm>
            <a:off x="7926774" y="2791736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2BCDFCA-92BE-4A7C-BE8F-DB294924713F}"/>
              </a:ext>
            </a:extLst>
          </p:cNvPr>
          <p:cNvSpPr/>
          <p:nvPr/>
        </p:nvSpPr>
        <p:spPr>
          <a:xfrm>
            <a:off x="5436096" y="2442617"/>
            <a:ext cx="1660162" cy="420366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>
                <a:latin typeface="Consolas" panose="020B0609020204030204" pitchFamily="49" charset="0"/>
              </a:rPr>
              <a:t>HHKB</a:t>
            </a:r>
            <a:endParaRPr lang="ja-JP" altLang="en-US" sz="1200">
              <a:latin typeface="Consolas" panose="020B0609020204030204" pitchFamily="49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6E2DA9A-4AFA-4361-82CE-35A6746C8E6F}"/>
              </a:ext>
            </a:extLst>
          </p:cNvPr>
          <p:cNvSpPr/>
          <p:nvPr/>
        </p:nvSpPr>
        <p:spPr>
          <a:xfrm>
            <a:off x="7096258" y="2442617"/>
            <a:ext cx="1661032" cy="420366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>
                <a:latin typeface="Consolas" panose="020B0609020204030204" pitchFamily="49" charset="0"/>
              </a:rPr>
              <a:t>Gpro WL2</a:t>
            </a:r>
            <a:endParaRPr lang="ja-JP" altLang="en-US" sz="1200" dirty="0">
              <a:latin typeface="Consolas" panose="020B0609020204030204" pitchFamily="49" charset="0"/>
            </a:endParaRP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CAAD8349-D323-63DD-88DE-7AA52E90FCD2}"/>
              </a:ext>
            </a:extLst>
          </p:cNvPr>
          <p:cNvGrpSpPr/>
          <p:nvPr/>
        </p:nvGrpSpPr>
        <p:grpSpPr>
          <a:xfrm>
            <a:off x="6953268" y="4758896"/>
            <a:ext cx="736420" cy="359426"/>
            <a:chOff x="6953268" y="4810112"/>
            <a:chExt cx="736420" cy="308209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7D4CC508-5D82-BC9B-7263-2AA5FC4A2141}"/>
                </a:ext>
              </a:extLst>
            </p:cNvPr>
            <p:cNvCxnSpPr>
              <a:cxnSpLocks/>
            </p:cNvCxnSpPr>
            <p:nvPr/>
          </p:nvCxnSpPr>
          <p:spPr>
            <a:xfrm>
              <a:off x="6953268" y="4810112"/>
              <a:ext cx="0" cy="305826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5F8554E0-9772-764E-8750-9A87F350C8F2}"/>
                </a:ext>
              </a:extLst>
            </p:cNvPr>
            <p:cNvCxnSpPr>
              <a:cxnSpLocks/>
            </p:cNvCxnSpPr>
            <p:nvPr/>
          </p:nvCxnSpPr>
          <p:spPr>
            <a:xfrm>
              <a:off x="7689688" y="4810114"/>
              <a:ext cx="0" cy="308207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357F3A47-9BBF-0708-FF31-2F808914C669}"/>
              </a:ext>
            </a:extLst>
          </p:cNvPr>
          <p:cNvSpPr/>
          <p:nvPr/>
        </p:nvSpPr>
        <p:spPr>
          <a:xfrm>
            <a:off x="7199957" y="5416174"/>
            <a:ext cx="954790" cy="15888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>
                <a:latin typeface="Consolas" panose="020B0609020204030204" pitchFamily="49" charset="0"/>
              </a:rPr>
              <a:t>Tools/*</a:t>
            </a: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78167EB3-950B-578F-E622-DA0DDFD96980}"/>
              </a:ext>
            </a:extLst>
          </p:cNvPr>
          <p:cNvCxnSpPr>
            <a:cxnSpLocks/>
          </p:cNvCxnSpPr>
          <p:nvPr/>
        </p:nvCxnSpPr>
        <p:spPr>
          <a:xfrm>
            <a:off x="6953268" y="5575054"/>
            <a:ext cx="0" cy="297855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02879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35509</TotalTime>
  <Words>725</Words>
  <Application>Microsoft Office PowerPoint</Application>
  <PresentationFormat>画面に合わせる (4:3)</PresentationFormat>
  <Paragraphs>468</Paragraphs>
  <Slides>11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游ゴシック Light</vt:lpstr>
      <vt:lpstr>Arial</vt:lpstr>
      <vt:lpstr>Calibri</vt:lpstr>
      <vt:lpstr>Consolas</vt:lpstr>
      <vt:lpstr>Office テーマ</vt:lpstr>
      <vt:lpstr>Key &amp; Mouse Bindings</vt:lpstr>
      <vt:lpstr>Default ※AHKによるベース変更は紫</vt:lpstr>
      <vt:lpstr>Layer 2 RCMD | CAPS</vt:lpstr>
      <vt:lpstr>Functions CAPS &amp; ALT</vt:lpstr>
      <vt:lpstr>Extended Clipboards SPACE</vt:lpstr>
      <vt:lpstr>APP Launch / APP Shift CAPS&amp;SPACE   </vt:lpstr>
      <vt:lpstr>LSHIFT &amp; RSHIFT Mouse Control</vt:lpstr>
      <vt:lpstr>App Specific Binds CAPS &amp; LCMD ※ RDP先に刺さらないため、非推奨。局所最適化対象のみ</vt:lpstr>
      <vt:lpstr>App Specific Binds CAPS &amp; LCMD ※ RDP先に刺さらないため、非推奨。局所最適化対象のみ</vt:lpstr>
      <vt:lpstr>Mouse Bindings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ほしい物リスト</dc:title>
  <dc:creator>Microsoft アカウント</dc:creator>
  <cp:lastModifiedBy>sh ito</cp:lastModifiedBy>
  <cp:revision>1831</cp:revision>
  <dcterms:created xsi:type="dcterms:W3CDTF">2015-05-12T16:23:26Z</dcterms:created>
  <dcterms:modified xsi:type="dcterms:W3CDTF">2025-11-03T15:59:03Z</dcterms:modified>
</cp:coreProperties>
</file>