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8" r:id="rId2"/>
    <p:sldId id="256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0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95826209-F088-4F64-9076-5309247BF584}">
          <p14:sldIdLst>
            <p14:sldId id="258"/>
            <p14:sldId id="256"/>
            <p14:sldId id="259"/>
            <p14:sldId id="261"/>
            <p14:sldId id="262"/>
            <p14:sldId id="263"/>
            <p14:sldId id="264"/>
            <p14:sldId id="265"/>
            <p14:sldId id="266"/>
            <p14:sldId id="268"/>
            <p14:sldId id="267"/>
          </p14:sldIdLst>
        </p14:section>
        <p14:section name="tmp" id="{FA9A0326-9918-46F1-ABCC-950C328BB51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50815"/>
    <a:srgbClr val="21FEF7"/>
    <a:srgbClr val="273B3C"/>
    <a:srgbClr val="1FFEF9"/>
    <a:srgbClr val="215950"/>
    <a:srgbClr val="0E0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A7EEA-2DF5-4D6E-BEFB-7AD1075D1E27}" v="137" dt="2026-05-05T22:18:39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423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 ito" userId="b72e1b45a6eb2453" providerId="LiveId" clId="{4A52BE65-D49D-45EA-8A08-CAF35556917D}"/>
    <pc:docChg chg="undo custSel addSld delSld modSld sldOrd modSection">
      <pc:chgData name="sh ito" userId="b72e1b45a6eb2453" providerId="LiveId" clId="{4A52BE65-D49D-45EA-8A08-CAF35556917D}" dt="2026-05-05T22:46:09.471" v="3822" actId="478"/>
      <pc:docMkLst>
        <pc:docMk/>
      </pc:docMkLst>
      <pc:sldChg chg="addSp delSp modSp mod">
        <pc:chgData name="sh ito" userId="b72e1b45a6eb2453" providerId="LiveId" clId="{4A52BE65-D49D-45EA-8A08-CAF35556917D}" dt="2026-05-05T22:46:09.471" v="3822" actId="478"/>
        <pc:sldMkLst>
          <pc:docMk/>
          <pc:sldMk cId="2866042516" sldId="256"/>
        </pc:sldMkLst>
        <pc:spChg chg="add del mod">
          <ac:chgData name="sh ito" userId="b72e1b45a6eb2453" providerId="LiveId" clId="{4A52BE65-D49D-45EA-8A08-CAF35556917D}" dt="2026-05-05T22:25:03.805" v="3779" actId="478"/>
          <ac:spMkLst>
            <pc:docMk/>
            <pc:sldMk cId="2866042516" sldId="256"/>
            <ac:spMk id="63" creationId="{567ABE3B-1919-2B03-D49F-32A732179EDF}"/>
          </ac:spMkLst>
        </pc:spChg>
        <pc:spChg chg="add del mod">
          <ac:chgData name="sh ito" userId="b72e1b45a6eb2453" providerId="LiveId" clId="{4A52BE65-D49D-45EA-8A08-CAF35556917D}" dt="2026-05-05T22:30:52.152" v="3799" actId="478"/>
          <ac:spMkLst>
            <pc:docMk/>
            <pc:sldMk cId="2866042516" sldId="256"/>
            <ac:spMk id="64" creationId="{E7E9A76A-CFD0-F5BD-CE47-0DEA3C4C778D}"/>
          </ac:spMkLst>
        </pc:spChg>
        <pc:spChg chg="mod">
          <ac:chgData name="sh ito" userId="b72e1b45a6eb2453" providerId="LiveId" clId="{4A52BE65-D49D-45EA-8A08-CAF35556917D}" dt="2026-05-05T22:45:35.569" v="3805" actId="20577"/>
          <ac:spMkLst>
            <pc:docMk/>
            <pc:sldMk cId="2866042516" sldId="256"/>
            <ac:spMk id="66" creationId="{66DD324B-75CE-3C7C-19A2-8D3D8748CC82}"/>
          </ac:spMkLst>
        </pc:spChg>
        <pc:spChg chg="add del mod">
          <ac:chgData name="sh ito" userId="b72e1b45a6eb2453" providerId="LiveId" clId="{4A52BE65-D49D-45EA-8A08-CAF35556917D}" dt="2026-05-05T22:46:09.471" v="3822" actId="478"/>
          <ac:spMkLst>
            <pc:docMk/>
            <pc:sldMk cId="2866042516" sldId="256"/>
            <ac:spMk id="67" creationId="{B747F972-F740-DDDF-FA77-C0268AD85040}"/>
          </ac:spMkLst>
        </pc:spChg>
      </pc:sldChg>
      <pc:sldChg chg="addSp delSp modSp mod">
        <pc:chgData name="sh ito" userId="b72e1b45a6eb2453" providerId="LiveId" clId="{4A52BE65-D49D-45EA-8A08-CAF35556917D}" dt="2026-05-05T22:24:27.581" v="3759" actId="478"/>
        <pc:sldMkLst>
          <pc:docMk/>
          <pc:sldMk cId="22913228" sldId="258"/>
        </pc:sldMkLst>
        <pc:spChg chg="mod">
          <ac:chgData name="sh ito" userId="b72e1b45a6eb2453" providerId="LiveId" clId="{4A52BE65-D49D-45EA-8A08-CAF35556917D}" dt="2026-05-05T22:06:23.139" v="3636" actId="122"/>
          <ac:spMkLst>
            <pc:docMk/>
            <pc:sldMk cId="22913228" sldId="258"/>
            <ac:spMk id="2" creationId="{1AC96BAA-F1B5-CE0D-B81E-CDBA5BAA604E}"/>
          </ac:spMkLst>
        </pc:spChg>
        <pc:spChg chg="mod">
          <ac:chgData name="sh ito" userId="b72e1b45a6eb2453" providerId="LiveId" clId="{4A52BE65-D49D-45EA-8A08-CAF35556917D}" dt="2026-05-04T11:34:17.082" v="3427" actId="1076"/>
          <ac:spMkLst>
            <pc:docMk/>
            <pc:sldMk cId="22913228" sldId="258"/>
            <ac:spMk id="3" creationId="{10EA18DB-7B67-19D0-447E-76A970193573}"/>
          </ac:spMkLst>
        </pc:spChg>
        <pc:spChg chg="mod">
          <ac:chgData name="sh ito" userId="b72e1b45a6eb2453" providerId="LiveId" clId="{4A52BE65-D49D-45EA-8A08-CAF35556917D}" dt="2026-05-04T11:35:21.207" v="3434" actId="1076"/>
          <ac:spMkLst>
            <pc:docMk/>
            <pc:sldMk cId="22913228" sldId="258"/>
            <ac:spMk id="4" creationId="{D5536702-B0AC-4018-E195-F63224C08EF8}"/>
          </ac:spMkLst>
        </pc:spChg>
        <pc:spChg chg="add del mod">
          <ac:chgData name="sh ito" userId="b72e1b45a6eb2453" providerId="LiveId" clId="{4A52BE65-D49D-45EA-8A08-CAF35556917D}" dt="2026-05-05T22:07:35.235" v="3648" actId="478"/>
          <ac:spMkLst>
            <pc:docMk/>
            <pc:sldMk cId="22913228" sldId="258"/>
            <ac:spMk id="8" creationId="{D09A14E7-4C74-1059-6D5C-54B2C62919F9}"/>
          </ac:spMkLst>
        </pc:spChg>
        <pc:spChg chg="add del mod">
          <ac:chgData name="sh ito" userId="b72e1b45a6eb2453" providerId="LiveId" clId="{4A52BE65-D49D-45EA-8A08-CAF35556917D}" dt="2026-05-05T22:17:22.082" v="3689" actId="478"/>
          <ac:spMkLst>
            <pc:docMk/>
            <pc:sldMk cId="22913228" sldId="258"/>
            <ac:spMk id="9" creationId="{E9D6BE4B-098B-DC0F-A54C-0EA43A7F3468}"/>
          </ac:spMkLst>
        </pc:spChg>
        <pc:spChg chg="add del mod">
          <ac:chgData name="sh ito" userId="b72e1b45a6eb2453" providerId="LiveId" clId="{4A52BE65-D49D-45EA-8A08-CAF35556917D}" dt="2026-05-05T22:17:25.783" v="3692" actId="478"/>
          <ac:spMkLst>
            <pc:docMk/>
            <pc:sldMk cId="22913228" sldId="258"/>
            <ac:spMk id="10" creationId="{BA0EBEF6-1065-B589-7921-1BAFD24A37FF}"/>
          </ac:spMkLst>
        </pc:spChg>
        <pc:spChg chg="add del mod topLvl">
          <ac:chgData name="sh ito" userId="b72e1b45a6eb2453" providerId="LiveId" clId="{4A52BE65-D49D-45EA-8A08-CAF35556917D}" dt="2026-05-05T22:24:27.581" v="3759" actId="478"/>
          <ac:spMkLst>
            <pc:docMk/>
            <pc:sldMk cId="22913228" sldId="258"/>
            <ac:spMk id="11" creationId="{612A9DF2-82A0-2369-0CF9-87E30C6CE9EC}"/>
          </ac:spMkLst>
        </pc:spChg>
        <pc:spChg chg="add mod topLvl">
          <ac:chgData name="sh ito" userId="b72e1b45a6eb2453" providerId="LiveId" clId="{4A52BE65-D49D-45EA-8A08-CAF35556917D}" dt="2026-05-05T22:18:39.580" v="3713" actId="571"/>
          <ac:spMkLst>
            <pc:docMk/>
            <pc:sldMk cId="22913228" sldId="258"/>
            <ac:spMk id="12" creationId="{A95410AE-AFAC-414C-8977-681FB409F5BB}"/>
          </ac:spMkLst>
        </pc:spChg>
        <pc:grpChg chg="add mod">
          <ac:chgData name="sh ito" userId="b72e1b45a6eb2453" providerId="LiveId" clId="{4A52BE65-D49D-45EA-8A08-CAF35556917D}" dt="2026-05-04T11:35:21.207" v="3434" actId="1076"/>
          <ac:grpSpMkLst>
            <pc:docMk/>
            <pc:sldMk cId="22913228" sldId="258"/>
            <ac:grpSpMk id="7" creationId="{DE075037-F602-324B-5C57-B825BAAEADC4}"/>
          </ac:grpSpMkLst>
        </pc:grpChg>
        <pc:grpChg chg="add mod">
          <ac:chgData name="sh ito" userId="b72e1b45a6eb2453" providerId="LiveId" clId="{4A52BE65-D49D-45EA-8A08-CAF35556917D}" dt="2026-05-05T22:18:34.754" v="3707" actId="164"/>
          <ac:grpSpMkLst>
            <pc:docMk/>
            <pc:sldMk cId="22913228" sldId="258"/>
            <ac:grpSpMk id="13" creationId="{46255FB7-D805-ED7E-58B9-283990A4DED9}"/>
          </ac:grpSpMkLst>
        </pc:grpChg>
        <pc:grpChg chg="add del mod">
          <ac:chgData name="sh ito" userId="b72e1b45a6eb2453" providerId="LiveId" clId="{4A52BE65-D49D-45EA-8A08-CAF35556917D}" dt="2026-05-05T22:18:38.455" v="3711" actId="164"/>
          <ac:grpSpMkLst>
            <pc:docMk/>
            <pc:sldMk cId="22913228" sldId="258"/>
            <ac:grpSpMk id="14" creationId="{62F52781-E98C-42FD-DFA4-090BD83BE5D1}"/>
          </ac:grpSpMkLst>
        </pc:grpChg>
        <pc:picChg chg="mod">
          <ac:chgData name="sh ito" userId="b72e1b45a6eb2453" providerId="LiveId" clId="{4A52BE65-D49D-45EA-8A08-CAF35556917D}" dt="2026-05-04T11:35:21.207" v="3434" actId="1076"/>
          <ac:picMkLst>
            <pc:docMk/>
            <pc:sldMk cId="22913228" sldId="258"/>
            <ac:picMk id="5" creationId="{BF50D91C-BFE2-16F6-2680-BDC2D27016C5}"/>
          </ac:picMkLst>
        </pc:picChg>
        <pc:picChg chg="mod">
          <ac:chgData name="sh ito" userId="b72e1b45a6eb2453" providerId="LiveId" clId="{4A52BE65-D49D-45EA-8A08-CAF35556917D}" dt="2026-05-04T11:35:21.207" v="3434" actId="1076"/>
          <ac:picMkLst>
            <pc:docMk/>
            <pc:sldMk cId="22913228" sldId="258"/>
            <ac:picMk id="6" creationId="{09B23F5F-B98F-9EF3-AD3D-162D1D8A1A51}"/>
          </ac:picMkLst>
        </pc:picChg>
      </pc:sldChg>
      <pc:sldChg chg="addSp modSp">
        <pc:chgData name="sh ito" userId="b72e1b45a6eb2453" providerId="LiveId" clId="{4A52BE65-D49D-45EA-8A08-CAF35556917D}" dt="2026-05-04T10:19:12.612" v="449"/>
        <pc:sldMkLst>
          <pc:docMk/>
          <pc:sldMk cId="120740374" sldId="260"/>
        </pc:sldMkLst>
        <pc:spChg chg="add mod">
          <ac:chgData name="sh ito" userId="b72e1b45a6eb2453" providerId="LiveId" clId="{4A52BE65-D49D-45EA-8A08-CAF35556917D}" dt="2026-05-04T10:19:12.612" v="449"/>
          <ac:spMkLst>
            <pc:docMk/>
            <pc:sldMk cId="120740374" sldId="260"/>
            <ac:spMk id="62" creationId="{F17A6C14-0981-4C56-3041-64D9A4190A44}"/>
          </ac:spMkLst>
        </pc:spChg>
        <pc:spChg chg="add mod">
          <ac:chgData name="sh ito" userId="b72e1b45a6eb2453" providerId="LiveId" clId="{4A52BE65-D49D-45EA-8A08-CAF35556917D}" dt="2026-05-04T10:19:12.612" v="449"/>
          <ac:spMkLst>
            <pc:docMk/>
            <pc:sldMk cId="120740374" sldId="260"/>
            <ac:spMk id="63" creationId="{C71031E1-3EFE-E524-F5A1-53F82DBF6134}"/>
          </ac:spMkLst>
        </pc:spChg>
      </pc:sldChg>
      <pc:sldChg chg="addSp modSp mod">
        <pc:chgData name="sh ito" userId="b72e1b45a6eb2453" providerId="LiveId" clId="{4A52BE65-D49D-45EA-8A08-CAF35556917D}" dt="2026-05-05T08:55:34.814" v="3613" actId="1076"/>
        <pc:sldMkLst>
          <pc:docMk/>
          <pc:sldMk cId="2014633800" sldId="263"/>
        </pc:sldMkLst>
        <pc:spChg chg="add mod">
          <ac:chgData name="sh ito" userId="b72e1b45a6eb2453" providerId="LiveId" clId="{4A52BE65-D49D-45EA-8A08-CAF35556917D}" dt="2026-05-04T10:10:23.631" v="4" actId="207"/>
          <ac:spMkLst>
            <pc:docMk/>
            <pc:sldMk cId="2014633800" sldId="263"/>
            <ac:spMk id="6" creationId="{31AF3A86-69AE-8C5F-E7BB-2B4421107A64}"/>
          </ac:spMkLst>
        </pc:spChg>
        <pc:spChg chg="add mod">
          <ac:chgData name="sh ito" userId="b72e1b45a6eb2453" providerId="LiveId" clId="{4A52BE65-D49D-45EA-8A08-CAF35556917D}" dt="2026-05-04T10:10:18.704" v="3" actId="1036"/>
          <ac:spMkLst>
            <pc:docMk/>
            <pc:sldMk cId="2014633800" sldId="263"/>
            <ac:spMk id="7" creationId="{585454A3-7CFA-2F85-BE32-C1F6C9105D29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21" creationId="{C078ED94-97F3-F8CA-824C-42E8400B87B9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58" creationId="{BD9E210D-A47B-0E04-7D7D-B27BF87516DA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59" creationId="{0A385E13-855E-7A44-E9E5-61079C2A2826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60" creationId="{A359D116-6657-B448-9302-E955655C9FFD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84" creationId="{B8407825-D7B7-C23D-598E-41264B8CF827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85" creationId="{C026DFF3-1B88-6AC8-9080-61E196741D8D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86" creationId="{9FF03EAC-D824-406D-1A10-43D563D4F8D1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87" creationId="{5B6A7240-0F67-F7A6-5FF1-990B193BF35A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88" creationId="{01F217C1-FC45-9454-EE9A-9E9866134DE2}"/>
          </ac:spMkLst>
        </pc:spChg>
        <pc:spChg chg="mod">
          <ac:chgData name="sh ito" userId="b72e1b45a6eb2453" providerId="LiveId" clId="{4A52BE65-D49D-45EA-8A08-CAF35556917D}" dt="2026-05-04T10:10:44.409" v="11" actId="207"/>
          <ac:spMkLst>
            <pc:docMk/>
            <pc:sldMk cId="2014633800" sldId="263"/>
            <ac:spMk id="89" creationId="{9B708D5D-2419-67BF-5107-9E5272732741}"/>
          </ac:spMkLst>
        </pc:spChg>
        <pc:picChg chg="mod">
          <ac:chgData name="sh ito" userId="b72e1b45a6eb2453" providerId="LiveId" clId="{4A52BE65-D49D-45EA-8A08-CAF35556917D}" dt="2026-05-05T08:55:34.814" v="3613" actId="1076"/>
          <ac:picMkLst>
            <pc:docMk/>
            <pc:sldMk cId="2014633800" sldId="263"/>
            <ac:picMk id="74" creationId="{9A11D7A7-A59A-EE3C-DF5E-087690AE4477}"/>
          </ac:picMkLst>
        </pc:picChg>
        <pc:picChg chg="ord">
          <ac:chgData name="sh ito" userId="b72e1b45a6eb2453" providerId="LiveId" clId="{4A52BE65-D49D-45EA-8A08-CAF35556917D}" dt="2026-05-04T10:25:25.857" v="906" actId="166"/>
          <ac:picMkLst>
            <pc:docMk/>
            <pc:sldMk cId="2014633800" sldId="263"/>
            <ac:picMk id="81" creationId="{680AAABD-7AE5-5268-3DC9-1A8B67B1F114}"/>
          </ac:picMkLst>
        </pc:picChg>
        <pc:picChg chg="mod">
          <ac:chgData name="sh ito" userId="b72e1b45a6eb2453" providerId="LiveId" clId="{4A52BE65-D49D-45EA-8A08-CAF35556917D}" dt="2026-05-04T10:25:21.830" v="905" actId="166"/>
          <ac:picMkLst>
            <pc:docMk/>
            <pc:sldMk cId="2014633800" sldId="263"/>
            <ac:picMk id="1026" creationId="{A6583286-0F6A-5356-5E30-1DEBF939ADA6}"/>
          </ac:picMkLst>
        </pc:picChg>
      </pc:sldChg>
      <pc:sldChg chg="addSp delSp modSp add mod">
        <pc:chgData name="sh ito" userId="b72e1b45a6eb2453" providerId="LiveId" clId="{4A52BE65-D49D-45EA-8A08-CAF35556917D}" dt="2026-05-04T10:17:22.555" v="401" actId="207"/>
        <pc:sldMkLst>
          <pc:docMk/>
          <pc:sldMk cId="1216089840" sldId="264"/>
        </pc:sldMkLst>
        <pc:spChg chg="del">
          <ac:chgData name="sh ito" userId="b72e1b45a6eb2453" providerId="LiveId" clId="{4A52BE65-D49D-45EA-8A08-CAF35556917D}" dt="2026-05-04T10:12:55.299" v="155" actId="478"/>
          <ac:spMkLst>
            <pc:docMk/>
            <pc:sldMk cId="1216089840" sldId="264"/>
            <ac:spMk id="2" creationId="{FF84ABEE-F809-2BB3-512B-978482EB3084}"/>
          </ac:spMkLst>
        </pc:spChg>
        <pc:spChg chg="del">
          <ac:chgData name="sh ito" userId="b72e1b45a6eb2453" providerId="LiveId" clId="{4A52BE65-D49D-45EA-8A08-CAF35556917D}" dt="2026-05-04T10:12:54.612" v="154" actId="478"/>
          <ac:spMkLst>
            <pc:docMk/>
            <pc:sldMk cId="1216089840" sldId="264"/>
            <ac:spMk id="5" creationId="{BE275780-F103-70CC-23BF-42EBA62F3843}"/>
          </ac:spMkLst>
        </pc:spChg>
        <pc:spChg chg="mod">
          <ac:chgData name="sh ito" userId="b72e1b45a6eb2453" providerId="LiveId" clId="{4A52BE65-D49D-45EA-8A08-CAF35556917D}" dt="2026-05-04T10:13:17.579" v="187" actId="207"/>
          <ac:spMkLst>
            <pc:docMk/>
            <pc:sldMk cId="1216089840" sldId="264"/>
            <ac:spMk id="6" creationId="{7044E63A-4D6D-5076-DE39-CE3894E38C7C}"/>
          </ac:spMkLst>
        </pc:spChg>
        <pc:spChg chg="mod">
          <ac:chgData name="sh ito" userId="b72e1b45a6eb2453" providerId="LiveId" clId="{4A52BE65-D49D-45EA-8A08-CAF35556917D}" dt="2026-05-04T10:13:24.010" v="188" actId="207"/>
          <ac:spMkLst>
            <pc:docMk/>
            <pc:sldMk cId="1216089840" sldId="264"/>
            <ac:spMk id="7" creationId="{C8A540EA-6486-0CAD-AA01-EE0E1E5C9708}"/>
          </ac:spMkLst>
        </pc:spChg>
        <pc:spChg chg="mod">
          <ac:chgData name="sh ito" userId="b72e1b45a6eb2453" providerId="LiveId" clId="{4A52BE65-D49D-45EA-8A08-CAF35556917D}" dt="2026-05-04T10:17:03.397" v="397" actId="20577"/>
          <ac:spMkLst>
            <pc:docMk/>
            <pc:sldMk cId="1216089840" sldId="264"/>
            <ac:spMk id="21" creationId="{2248B860-4EBC-0F80-E12D-D4E1CFCF6A23}"/>
          </ac:spMkLst>
        </pc:spChg>
        <pc:spChg chg="mod">
          <ac:chgData name="sh ito" userId="b72e1b45a6eb2453" providerId="LiveId" clId="{4A52BE65-D49D-45EA-8A08-CAF35556917D}" dt="2026-05-04T10:17:02.092" v="396" actId="20577"/>
          <ac:spMkLst>
            <pc:docMk/>
            <pc:sldMk cId="1216089840" sldId="264"/>
            <ac:spMk id="58" creationId="{6CF37397-A334-6205-B28D-82C65AAB6EFB}"/>
          </ac:spMkLst>
        </pc:spChg>
        <pc:spChg chg="mod">
          <ac:chgData name="sh ito" userId="b72e1b45a6eb2453" providerId="LiveId" clId="{4A52BE65-D49D-45EA-8A08-CAF35556917D}" dt="2026-05-04T10:17:00.573" v="395" actId="20577"/>
          <ac:spMkLst>
            <pc:docMk/>
            <pc:sldMk cId="1216089840" sldId="264"/>
            <ac:spMk id="59" creationId="{585F5690-2BA3-781B-FA94-3A07BE0BDFE0}"/>
          </ac:spMkLst>
        </pc:spChg>
        <pc:spChg chg="mod">
          <ac:chgData name="sh ito" userId="b72e1b45a6eb2453" providerId="LiveId" clId="{4A52BE65-D49D-45EA-8A08-CAF35556917D}" dt="2026-05-04T10:16:59.831" v="394" actId="20577"/>
          <ac:spMkLst>
            <pc:docMk/>
            <pc:sldMk cId="1216089840" sldId="264"/>
            <ac:spMk id="60" creationId="{73D2C2E9-A629-5897-3A29-194BC6E882EA}"/>
          </ac:spMkLst>
        </pc:spChg>
        <pc:spChg chg="mod">
          <ac:chgData name="sh ito" userId="b72e1b45a6eb2453" providerId="LiveId" clId="{4A52BE65-D49D-45EA-8A08-CAF35556917D}" dt="2026-05-04T10:12:28.207" v="99" actId="404"/>
          <ac:spMkLst>
            <pc:docMk/>
            <pc:sldMk cId="1216089840" sldId="264"/>
            <ac:spMk id="63" creationId="{0D11D8AF-596E-E720-080E-2455AFFAA6EB}"/>
          </ac:spMkLst>
        </pc:spChg>
        <pc:spChg chg="mod">
          <ac:chgData name="sh ito" userId="b72e1b45a6eb2453" providerId="LiveId" clId="{4A52BE65-D49D-45EA-8A08-CAF35556917D}" dt="2026-05-04T10:12:32.919" v="107" actId="20577"/>
          <ac:spMkLst>
            <pc:docMk/>
            <pc:sldMk cId="1216089840" sldId="264"/>
            <ac:spMk id="64" creationId="{2214CD21-E34B-0CFB-72BE-35B41FE83731}"/>
          </ac:spMkLst>
        </pc:spChg>
        <pc:spChg chg="mod">
          <ac:chgData name="sh ito" userId="b72e1b45a6eb2453" providerId="LiveId" clId="{4A52BE65-D49D-45EA-8A08-CAF35556917D}" dt="2026-05-04T10:11:23.718" v="27" actId="20577"/>
          <ac:spMkLst>
            <pc:docMk/>
            <pc:sldMk cId="1216089840" sldId="264"/>
            <ac:spMk id="65" creationId="{105C284D-8CE7-01FC-1838-18DB86F5609F}"/>
          </ac:spMkLst>
        </pc:spChg>
        <pc:spChg chg="mod">
          <ac:chgData name="sh ito" userId="b72e1b45a6eb2453" providerId="LiveId" clId="{4A52BE65-D49D-45EA-8A08-CAF35556917D}" dt="2026-05-04T10:13:55.676" v="239" actId="20577"/>
          <ac:spMkLst>
            <pc:docMk/>
            <pc:sldMk cId="1216089840" sldId="264"/>
            <ac:spMk id="66" creationId="{24B47C2B-85E3-4F09-4801-E41ACBA55E43}"/>
          </ac:spMkLst>
        </pc:spChg>
        <pc:spChg chg="mod">
          <ac:chgData name="sh ito" userId="b72e1b45a6eb2453" providerId="LiveId" clId="{4A52BE65-D49D-45EA-8A08-CAF35556917D}" dt="2026-05-04T10:12:35.293" v="111" actId="20577"/>
          <ac:spMkLst>
            <pc:docMk/>
            <pc:sldMk cId="1216089840" sldId="264"/>
            <ac:spMk id="67" creationId="{CD1B663C-477C-B9D1-4C9A-DDA9A468F589}"/>
          </ac:spMkLst>
        </pc:spChg>
        <pc:spChg chg="mod">
          <ac:chgData name="sh ito" userId="b72e1b45a6eb2453" providerId="LiveId" clId="{4A52BE65-D49D-45EA-8A08-CAF35556917D}" dt="2026-05-04T10:12:39.714" v="123" actId="20577"/>
          <ac:spMkLst>
            <pc:docMk/>
            <pc:sldMk cId="1216089840" sldId="264"/>
            <ac:spMk id="68" creationId="{DB4F66A6-E502-1B62-5E66-BC74FA8D5D1B}"/>
          </ac:spMkLst>
        </pc:spChg>
        <pc:spChg chg="mod">
          <ac:chgData name="sh ito" userId="b72e1b45a6eb2453" providerId="LiveId" clId="{4A52BE65-D49D-45EA-8A08-CAF35556917D}" dt="2026-05-04T10:13:03.533" v="173" actId="20577"/>
          <ac:spMkLst>
            <pc:docMk/>
            <pc:sldMk cId="1216089840" sldId="264"/>
            <ac:spMk id="70" creationId="{D2110CAC-C72A-835A-5614-A6B7596F23EB}"/>
          </ac:spMkLst>
        </pc:spChg>
        <pc:spChg chg="mod">
          <ac:chgData name="sh ito" userId="b72e1b45a6eb2453" providerId="LiveId" clId="{4A52BE65-D49D-45EA-8A08-CAF35556917D}" dt="2026-05-04T10:12:51.797" v="153" actId="20577"/>
          <ac:spMkLst>
            <pc:docMk/>
            <pc:sldMk cId="1216089840" sldId="264"/>
            <ac:spMk id="71" creationId="{893BCDD6-3B38-951A-EE9A-E9DC447ECC25}"/>
          </ac:spMkLst>
        </pc:spChg>
        <pc:spChg chg="del mod">
          <ac:chgData name="sh ito" userId="b72e1b45a6eb2453" providerId="LiveId" clId="{4A52BE65-D49D-45EA-8A08-CAF35556917D}" dt="2026-05-04T10:17:13.960" v="400" actId="478"/>
          <ac:spMkLst>
            <pc:docMk/>
            <pc:sldMk cId="1216089840" sldId="264"/>
            <ac:spMk id="73" creationId="{1978768C-B0F7-3B3B-141E-6B071D3EFB13}"/>
          </ac:spMkLst>
        </pc:spChg>
        <pc:spChg chg="mod">
          <ac:chgData name="sh ito" userId="b72e1b45a6eb2453" providerId="LiveId" clId="{4A52BE65-D49D-45EA-8A08-CAF35556917D}" dt="2026-05-04T10:12:42.380" v="129" actId="20577"/>
          <ac:spMkLst>
            <pc:docMk/>
            <pc:sldMk cId="1216089840" sldId="264"/>
            <ac:spMk id="75" creationId="{FDC0032C-C926-0626-BB01-8AABA6A9B301}"/>
          </ac:spMkLst>
        </pc:spChg>
        <pc:spChg chg="mod">
          <ac:chgData name="sh ito" userId="b72e1b45a6eb2453" providerId="LiveId" clId="{4A52BE65-D49D-45EA-8A08-CAF35556917D}" dt="2026-05-04T10:13:13.200" v="186" actId="207"/>
          <ac:spMkLst>
            <pc:docMk/>
            <pc:sldMk cId="1216089840" sldId="264"/>
            <ac:spMk id="77" creationId="{9E36BD0C-55A5-1C16-1E2A-947CDA042AA5}"/>
          </ac:spMkLst>
        </pc:spChg>
        <pc:spChg chg="mod">
          <ac:chgData name="sh ito" userId="b72e1b45a6eb2453" providerId="LiveId" clId="{4A52BE65-D49D-45EA-8A08-CAF35556917D}" dt="2026-05-04T10:13:13.200" v="186" actId="207"/>
          <ac:spMkLst>
            <pc:docMk/>
            <pc:sldMk cId="1216089840" sldId="264"/>
            <ac:spMk id="78" creationId="{A8097C7E-EFC7-B517-17AB-D94590405176}"/>
          </ac:spMkLst>
        </pc:spChg>
        <pc:spChg chg="mod">
          <ac:chgData name="sh ito" userId="b72e1b45a6eb2453" providerId="LiveId" clId="{4A52BE65-D49D-45EA-8A08-CAF35556917D}" dt="2026-05-04T10:13:13.200" v="186" actId="207"/>
          <ac:spMkLst>
            <pc:docMk/>
            <pc:sldMk cId="1216089840" sldId="264"/>
            <ac:spMk id="79" creationId="{C0839F40-800E-C71C-0DD4-2E7728634D17}"/>
          </ac:spMkLst>
        </pc:spChg>
        <pc:spChg chg="mod">
          <ac:chgData name="sh ito" userId="b72e1b45a6eb2453" providerId="LiveId" clId="{4A52BE65-D49D-45EA-8A08-CAF35556917D}" dt="2026-05-04T10:16:58.752" v="393" actId="20577"/>
          <ac:spMkLst>
            <pc:docMk/>
            <pc:sldMk cId="1216089840" sldId="264"/>
            <ac:spMk id="84" creationId="{7723DA78-E876-DC2D-089A-80076C6122C8}"/>
          </ac:spMkLst>
        </pc:spChg>
        <pc:spChg chg="mod">
          <ac:chgData name="sh ito" userId="b72e1b45a6eb2453" providerId="LiveId" clId="{4A52BE65-D49D-45EA-8A08-CAF35556917D}" dt="2026-05-04T10:16:58.110" v="392" actId="20577"/>
          <ac:spMkLst>
            <pc:docMk/>
            <pc:sldMk cId="1216089840" sldId="264"/>
            <ac:spMk id="85" creationId="{2C998972-DF8D-DC7E-384E-7192C7A81BD7}"/>
          </ac:spMkLst>
        </pc:spChg>
        <pc:spChg chg="mod">
          <ac:chgData name="sh ito" userId="b72e1b45a6eb2453" providerId="LiveId" clId="{4A52BE65-D49D-45EA-8A08-CAF35556917D}" dt="2026-05-04T10:16:57.347" v="391" actId="20577"/>
          <ac:spMkLst>
            <pc:docMk/>
            <pc:sldMk cId="1216089840" sldId="264"/>
            <ac:spMk id="86" creationId="{18A82C58-80A6-A378-56AF-73E6A893EB2E}"/>
          </ac:spMkLst>
        </pc:spChg>
        <pc:spChg chg="mod">
          <ac:chgData name="sh ito" userId="b72e1b45a6eb2453" providerId="LiveId" clId="{4A52BE65-D49D-45EA-8A08-CAF35556917D}" dt="2026-05-04T10:16:56.603" v="390" actId="20577"/>
          <ac:spMkLst>
            <pc:docMk/>
            <pc:sldMk cId="1216089840" sldId="264"/>
            <ac:spMk id="87" creationId="{A957C3E0-CCB5-7C38-C5C3-3872F83A2CE3}"/>
          </ac:spMkLst>
        </pc:spChg>
        <pc:spChg chg="mod">
          <ac:chgData name="sh ito" userId="b72e1b45a6eb2453" providerId="LiveId" clId="{4A52BE65-D49D-45EA-8A08-CAF35556917D}" dt="2026-05-04T10:16:54.869" v="388" actId="20577"/>
          <ac:spMkLst>
            <pc:docMk/>
            <pc:sldMk cId="1216089840" sldId="264"/>
            <ac:spMk id="88" creationId="{B1C4B58A-598B-6422-817C-F8428437B412}"/>
          </ac:spMkLst>
        </pc:spChg>
        <pc:spChg chg="mod">
          <ac:chgData name="sh ito" userId="b72e1b45a6eb2453" providerId="LiveId" clId="{4A52BE65-D49D-45EA-8A08-CAF35556917D}" dt="2026-05-04T10:16:55.860" v="389" actId="20577"/>
          <ac:spMkLst>
            <pc:docMk/>
            <pc:sldMk cId="1216089840" sldId="264"/>
            <ac:spMk id="89" creationId="{4B545EBF-2512-3088-1FE4-E13867833B60}"/>
          </ac:spMkLst>
        </pc:spChg>
        <pc:spChg chg="mod">
          <ac:chgData name="sh ito" userId="b72e1b45a6eb2453" providerId="LiveId" clId="{4A52BE65-D49D-45EA-8A08-CAF35556917D}" dt="2026-05-04T10:17:22.555" v="401" actId="207"/>
          <ac:spMkLst>
            <pc:docMk/>
            <pc:sldMk cId="1216089840" sldId="264"/>
            <ac:spMk id="94" creationId="{FD93C9A7-5589-B11B-D453-BD2865C09C35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97" creationId="{1B7D2DFF-BD41-FD13-CCA7-22AFC87DCB09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99" creationId="{7B300776-0B36-0A9B-76DC-712C0D5BD8E5}"/>
          </ac:spMkLst>
        </pc:spChg>
        <pc:spChg chg="add del mod">
          <ac:chgData name="sh ito" userId="b72e1b45a6eb2453" providerId="LiveId" clId="{4A52BE65-D49D-45EA-8A08-CAF35556917D}" dt="2026-05-04T10:12:48.874" v="145" actId="20577"/>
          <ac:spMkLst>
            <pc:docMk/>
            <pc:sldMk cId="1216089840" sldId="264"/>
            <ac:spMk id="103" creationId="{25062C44-9F5C-EFDC-D09E-8CCF06F3780B}"/>
          </ac:spMkLst>
        </pc:spChg>
        <pc:spChg chg="mod">
          <ac:chgData name="sh ito" userId="b72e1b45a6eb2453" providerId="LiveId" clId="{4A52BE65-D49D-45EA-8A08-CAF35556917D}" dt="2026-05-04T10:13:06.400" v="185" actId="20577"/>
          <ac:spMkLst>
            <pc:docMk/>
            <pc:sldMk cId="1216089840" sldId="264"/>
            <ac:spMk id="104" creationId="{78A36F95-782B-103C-D52D-D57E4373D859}"/>
          </ac:spMkLst>
        </pc:spChg>
        <pc:spChg chg="mod">
          <ac:chgData name="sh ito" userId="b72e1b45a6eb2453" providerId="LiveId" clId="{4A52BE65-D49D-45EA-8A08-CAF35556917D}" dt="2026-05-04T10:14:08.400" v="253" actId="404"/>
          <ac:spMkLst>
            <pc:docMk/>
            <pc:sldMk cId="1216089840" sldId="264"/>
            <ac:spMk id="105" creationId="{794349EE-FFC7-A9E3-9A12-F52FDF92A916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106" creationId="{A0DECD3D-7013-176A-F0BC-943ABF416FC6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107" creationId="{B1F4B96C-569B-23AA-23C9-4DFE6376AC6B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108" creationId="{540CF0F5-F535-4665-0045-4F094F9EFF83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109" creationId="{662B716C-8300-1F9F-7A20-ED21F0894EF1}"/>
          </ac:spMkLst>
        </pc:spChg>
        <pc:spChg chg="mod">
          <ac:chgData name="sh ito" userId="b72e1b45a6eb2453" providerId="LiveId" clId="{4A52BE65-D49D-45EA-8A08-CAF35556917D}" dt="2026-05-04T10:16:37.582" v="386" actId="207"/>
          <ac:spMkLst>
            <pc:docMk/>
            <pc:sldMk cId="1216089840" sldId="264"/>
            <ac:spMk id="110" creationId="{90FEB4F4-0ACB-D8D3-E0A2-6560700B2007}"/>
          </ac:spMkLst>
        </pc:spChg>
        <pc:spChg chg="mod">
          <ac:chgData name="sh ito" userId="b72e1b45a6eb2453" providerId="LiveId" clId="{4A52BE65-D49D-45EA-8A08-CAF35556917D}" dt="2026-05-04T10:13:13.200" v="186" actId="207"/>
          <ac:spMkLst>
            <pc:docMk/>
            <pc:sldMk cId="1216089840" sldId="264"/>
            <ac:spMk id="112" creationId="{E914E80C-76D4-5FE5-8FBB-85ACDC95464B}"/>
          </ac:spMkLst>
        </pc:spChg>
        <pc:spChg chg="mod">
          <ac:chgData name="sh ito" userId="b72e1b45a6eb2453" providerId="LiveId" clId="{4A52BE65-D49D-45EA-8A08-CAF35556917D}" dt="2026-05-04T10:16:12.009" v="369" actId="403"/>
          <ac:spMkLst>
            <pc:docMk/>
            <pc:sldMk cId="1216089840" sldId="264"/>
            <ac:spMk id="114" creationId="{5B666DA4-F613-2F7E-3C3B-D9FBE5338F84}"/>
          </ac:spMkLst>
        </pc:spChg>
        <pc:picChg chg="del">
          <ac:chgData name="sh ito" userId="b72e1b45a6eb2453" providerId="LiveId" clId="{4A52BE65-D49D-45EA-8A08-CAF35556917D}" dt="2026-05-04T10:17:07.036" v="398" actId="478"/>
          <ac:picMkLst>
            <pc:docMk/>
            <pc:sldMk cId="1216089840" sldId="264"/>
            <ac:picMk id="74" creationId="{386024A7-8CAF-1B3C-7C9D-A1F16A4524A6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80" creationId="{9C3117E3-4127-3408-1DC0-269FD8F2CF83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81" creationId="{6B180CF2-189D-B98C-6654-75DF3375640B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82" creationId="{43363682-DF42-25DA-E3DC-6ADA1E4DC76F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83" creationId="{0CC50800-D782-9C96-2A35-E938E34D7C34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111" creationId="{DB2D210D-9FDB-3A61-4FCA-1DD690949547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19" creationId="{B1A6A65F-0058-9040-D59F-8515F1D6AC3A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120" creationId="{E5B5BBC2-FEBE-9264-556A-91041209441F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21" creationId="{4B788CD0-CF0A-8623-0E56-ED9A28FAFC6F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22" creationId="{5F2E4269-9920-823C-F1B9-9A257010A1D3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123" creationId="{C2F20234-B4B3-E153-41C3-BEB6BD8F03CC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24" creationId="{47C90486-F633-149F-B64A-C6B4D649C7A9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25" creationId="{CB4D7704-4588-F50E-457D-B839A6A0FDDD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26" creationId="{BEB67C41-37B2-A76C-3E35-D06E0D75CE9E}"/>
          </ac:picMkLst>
        </pc:picChg>
        <pc:picChg chg="del">
          <ac:chgData name="sh ito" userId="b72e1b45a6eb2453" providerId="LiveId" clId="{4A52BE65-D49D-45EA-8A08-CAF35556917D}" dt="2026-05-04T10:12:05.140" v="63" actId="478"/>
          <ac:picMkLst>
            <pc:docMk/>
            <pc:sldMk cId="1216089840" sldId="264"/>
            <ac:picMk id="1026" creationId="{306C2FD3-DD06-2A28-FBB0-8F0522B0CADE}"/>
          </ac:picMkLst>
        </pc:picChg>
        <pc:picChg chg="del">
          <ac:chgData name="sh ito" userId="b72e1b45a6eb2453" providerId="LiveId" clId="{4A52BE65-D49D-45EA-8A08-CAF35556917D}" dt="2026-05-04T10:12:07.771" v="64" actId="478"/>
          <ac:picMkLst>
            <pc:docMk/>
            <pc:sldMk cId="1216089840" sldId="264"/>
            <ac:picMk id="1030" creationId="{D58EAE90-C816-0FDC-1325-2A88C58BF057}"/>
          </ac:picMkLst>
        </pc:picChg>
      </pc:sldChg>
      <pc:sldChg chg="addSp delSp modSp add mod">
        <pc:chgData name="sh ito" userId="b72e1b45a6eb2453" providerId="LiveId" clId="{4A52BE65-D49D-45EA-8A08-CAF35556917D}" dt="2026-05-05T08:55:22.337" v="3610" actId="20577"/>
        <pc:sldMkLst>
          <pc:docMk/>
          <pc:sldMk cId="792282740" sldId="265"/>
        </pc:sldMkLst>
        <pc:spChg chg="add mod">
          <ac:chgData name="sh ito" userId="b72e1b45a6eb2453" providerId="LiveId" clId="{4A52BE65-D49D-45EA-8A08-CAF35556917D}" dt="2026-05-04T10:19:27.203" v="453" actId="207"/>
          <ac:spMkLst>
            <pc:docMk/>
            <pc:sldMk cId="792282740" sldId="265"/>
            <ac:spMk id="2" creationId="{FA0B64A5-569A-030D-55F0-1C6700D9D117}"/>
          </ac:spMkLst>
        </pc:spChg>
        <pc:spChg chg="add mod">
          <ac:chgData name="sh ito" userId="b72e1b45a6eb2453" providerId="LiveId" clId="{4A52BE65-D49D-45EA-8A08-CAF35556917D}" dt="2026-05-05T08:55:22.337" v="3610" actId="20577"/>
          <ac:spMkLst>
            <pc:docMk/>
            <pc:sldMk cId="792282740" sldId="265"/>
            <ac:spMk id="3" creationId="{C74B8370-F333-536C-ACBD-9F958FEED7EF}"/>
          </ac:spMkLst>
        </pc:spChg>
        <pc:spChg chg="del">
          <ac:chgData name="sh ito" userId="b72e1b45a6eb2453" providerId="LiveId" clId="{4A52BE65-D49D-45EA-8A08-CAF35556917D}" dt="2026-05-04T10:19:16.710" v="451" actId="478"/>
          <ac:spMkLst>
            <pc:docMk/>
            <pc:sldMk cId="792282740" sldId="265"/>
            <ac:spMk id="3" creationId="{DF14EEE9-18B2-87D0-4FE1-D5C989336A79}"/>
          </ac:spMkLst>
        </pc:spChg>
        <pc:spChg chg="del">
          <ac:chgData name="sh ito" userId="b72e1b45a6eb2453" providerId="LiveId" clId="{4A52BE65-D49D-45EA-8A08-CAF35556917D}" dt="2026-05-04T10:19:16.710" v="451" actId="478"/>
          <ac:spMkLst>
            <pc:docMk/>
            <pc:sldMk cId="792282740" sldId="265"/>
            <ac:spMk id="4" creationId="{D55D3913-0280-0DB0-FE7B-B5E723FA9013}"/>
          </ac:spMkLst>
        </pc:spChg>
        <pc:spChg chg="add mod">
          <ac:chgData name="sh ito" userId="b72e1b45a6eb2453" providerId="LiveId" clId="{4A52BE65-D49D-45EA-8A08-CAF35556917D}" dt="2026-05-04T10:19:27.203" v="453" actId="207"/>
          <ac:spMkLst>
            <pc:docMk/>
            <pc:sldMk cId="792282740" sldId="265"/>
            <ac:spMk id="5" creationId="{AF945655-3E64-2A24-5F52-20A15A3E02AF}"/>
          </ac:spMkLst>
        </pc:spChg>
        <pc:spChg chg="mod">
          <ac:chgData name="sh ito" userId="b72e1b45a6eb2453" providerId="LiveId" clId="{4A52BE65-D49D-45EA-8A08-CAF35556917D}" dt="2026-05-04T10:23:26.015" v="887" actId="207"/>
          <ac:spMkLst>
            <pc:docMk/>
            <pc:sldMk cId="792282740" sldId="265"/>
            <ac:spMk id="7" creationId="{35091D7A-4097-0BD9-AB75-5EC8D6B0C250}"/>
          </ac:spMkLst>
        </pc:spChg>
        <pc:spChg chg="add mod">
          <ac:chgData name="sh ito" userId="b72e1b45a6eb2453" providerId="LiveId" clId="{4A52BE65-D49D-45EA-8A08-CAF35556917D}" dt="2026-05-04T10:19:54.776" v="455"/>
          <ac:spMkLst>
            <pc:docMk/>
            <pc:sldMk cId="792282740" sldId="265"/>
            <ac:spMk id="8" creationId="{F305F2C6-239A-8C67-7D5D-6A92E2ADB781}"/>
          </ac:spMkLst>
        </pc:spChg>
        <pc:spChg chg="add 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9" creationId="{0244E92C-E8F6-2BB9-39DE-4F8E53645886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14" creationId="{702DBC02-C80F-3280-7AC3-B11479FF99B7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15" creationId="{C866D820-1FF0-EA79-73C3-A2B6A9D20C03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16" creationId="{7EA246D1-1AF2-A9E8-6A54-CD0ED2B0B697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17" creationId="{88D0EE2E-4CD5-70B7-B6DF-4C40B511F019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18" creationId="{4FD006AB-EA03-1B3C-43B3-1DD23E5A329C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19" creationId="{78EE6090-3FAD-0759-FC3B-638D9E84A63D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20" creationId="{5846CD89-F259-9CD5-D0E5-0D27648FC399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21" creationId="{174CA47C-E9BE-6C3A-9B73-1DE71E3983A7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22" creationId="{F8D54468-2E31-5A22-6C3F-4EC7C35D1EFF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23" creationId="{D2D992D3-BC5C-39A2-41B1-2C5A59E4CDDE}"/>
          </ac:spMkLst>
        </pc:spChg>
        <pc:spChg chg="add mod">
          <ac:chgData name="sh ito" userId="b72e1b45a6eb2453" providerId="LiveId" clId="{4A52BE65-D49D-45EA-8A08-CAF35556917D}" dt="2026-05-04T10:27:54.491" v="917"/>
          <ac:spMkLst>
            <pc:docMk/>
            <pc:sldMk cId="792282740" sldId="265"/>
            <ac:spMk id="24" creationId="{4B348543-1056-09AD-49AE-08D25515E94A}"/>
          </ac:spMkLst>
        </pc:spChg>
        <pc:spChg chg="mod">
          <ac:chgData name="sh ito" userId="b72e1b45a6eb2453" providerId="LiveId" clId="{4A52BE65-D49D-45EA-8A08-CAF35556917D}" dt="2026-05-04T10:23:44.855" v="894" actId="207"/>
          <ac:spMkLst>
            <pc:docMk/>
            <pc:sldMk cId="792282740" sldId="265"/>
            <ac:spMk id="58" creationId="{07A85F98-C6B4-D603-98B2-8A623B4CADC7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59" creationId="{AA1707DA-EE99-EE47-5274-6D9AA30F571E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60" creationId="{63ECFABF-EE7D-5A28-51C8-1528EA11EC54}"/>
          </ac:spMkLst>
        </pc:spChg>
        <pc:spChg chg="mod">
          <ac:chgData name="sh ito" userId="b72e1b45a6eb2453" providerId="LiveId" clId="{4A52BE65-D49D-45EA-8A08-CAF35556917D}" dt="2026-05-04T10:24:42.294" v="896" actId="207"/>
          <ac:spMkLst>
            <pc:docMk/>
            <pc:sldMk cId="792282740" sldId="265"/>
            <ac:spMk id="63" creationId="{74CB4C77-5A4B-31A2-7655-FA4034C53C8A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64" creationId="{2BCF0F03-468F-4355-82AB-DA5CE31C76C7}"/>
          </ac:spMkLst>
        </pc:spChg>
        <pc:spChg chg="mod">
          <ac:chgData name="sh ito" userId="b72e1b45a6eb2453" providerId="LiveId" clId="{4A52BE65-D49D-45EA-8A08-CAF35556917D}" dt="2026-05-04T10:18:44.738" v="440" actId="20577"/>
          <ac:spMkLst>
            <pc:docMk/>
            <pc:sldMk cId="792282740" sldId="265"/>
            <ac:spMk id="65" creationId="{1C02236F-6FBC-31F2-CE84-BA5171341C9D}"/>
          </ac:spMkLst>
        </pc:spChg>
        <pc:spChg chg="mod">
          <ac:chgData name="sh ito" userId="b72e1b45a6eb2453" providerId="LiveId" clId="{4A52BE65-D49D-45EA-8A08-CAF35556917D}" dt="2026-05-04T22:23:17.565" v="3586" actId="20577"/>
          <ac:spMkLst>
            <pc:docMk/>
            <pc:sldMk cId="792282740" sldId="265"/>
            <ac:spMk id="66" creationId="{7E846FA9-A2B9-7622-16BC-E5A883368739}"/>
          </ac:spMkLst>
        </pc:spChg>
        <pc:spChg chg="mod">
          <ac:chgData name="sh ito" userId="b72e1b45a6eb2453" providerId="LiveId" clId="{4A52BE65-D49D-45EA-8A08-CAF35556917D}" dt="2026-05-04T10:23:44.855" v="894" actId="207"/>
          <ac:spMkLst>
            <pc:docMk/>
            <pc:sldMk cId="792282740" sldId="265"/>
            <ac:spMk id="67" creationId="{43E79475-70DE-3530-5307-F830BDEF3121}"/>
          </ac:spMkLst>
        </pc:spChg>
        <pc:spChg chg="mod">
          <ac:chgData name="sh ito" userId="b72e1b45a6eb2453" providerId="LiveId" clId="{4A52BE65-D49D-45EA-8A08-CAF35556917D}" dt="2026-05-04T10:23:44.855" v="894" actId="207"/>
          <ac:spMkLst>
            <pc:docMk/>
            <pc:sldMk cId="792282740" sldId="265"/>
            <ac:spMk id="68" creationId="{96B96FD7-D522-3EB8-3F40-FCBB81D29E85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70" creationId="{35E3AF53-C155-3CC7-BBF7-A10941111646}"/>
          </ac:spMkLst>
        </pc:spChg>
        <pc:spChg chg="mod">
          <ac:chgData name="sh ito" userId="b72e1b45a6eb2453" providerId="LiveId" clId="{4A52BE65-D49D-45EA-8A08-CAF35556917D}" dt="2026-05-04T10:23:30.427" v="888" actId="207"/>
          <ac:spMkLst>
            <pc:docMk/>
            <pc:sldMk cId="792282740" sldId="265"/>
            <ac:spMk id="71" creationId="{BFA7B458-BE50-2191-000E-D13153CF100C}"/>
          </ac:spMkLst>
        </pc:spChg>
        <pc:spChg chg="mod">
          <ac:chgData name="sh ito" userId="b72e1b45a6eb2453" providerId="LiveId" clId="{4A52BE65-D49D-45EA-8A08-CAF35556917D}" dt="2026-05-04T10:23:32.633" v="889" actId="207"/>
          <ac:spMkLst>
            <pc:docMk/>
            <pc:sldMk cId="792282740" sldId="265"/>
            <ac:spMk id="75" creationId="{DBE23DEA-345E-0829-690B-D16F51F48AE0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77" creationId="{F3E1FF0F-FAB8-C62A-40E0-E66D5B30E087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78" creationId="{324128A2-00D6-3B44-FB32-C5AB3246A0C7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79" creationId="{DCD9860C-4E4F-B910-E818-BCE4156383B4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84" creationId="{5D31E8CF-C875-684F-A51E-3EE9C74BF9F5}"/>
          </ac:spMkLst>
        </pc:spChg>
        <pc:spChg chg="mod">
          <ac:chgData name="sh ito" userId="b72e1b45a6eb2453" providerId="LiveId" clId="{4A52BE65-D49D-45EA-8A08-CAF35556917D}" dt="2026-05-04T10:25:00.053" v="900" actId="2711"/>
          <ac:spMkLst>
            <pc:docMk/>
            <pc:sldMk cId="792282740" sldId="265"/>
            <ac:spMk id="85" creationId="{B89B516F-BEF3-8B1A-64A7-0682979CBFD8}"/>
          </ac:spMkLst>
        </pc:spChg>
        <pc:spChg chg="mod">
          <ac:chgData name="sh ito" userId="b72e1b45a6eb2453" providerId="LiveId" clId="{4A52BE65-D49D-45EA-8A08-CAF35556917D}" dt="2026-05-04T10:24:51.705" v="899" actId="255"/>
          <ac:spMkLst>
            <pc:docMk/>
            <pc:sldMk cId="792282740" sldId="265"/>
            <ac:spMk id="86" creationId="{8367C968-9F65-0FB2-B78C-B290950B32EE}"/>
          </ac:spMkLst>
        </pc:spChg>
        <pc:spChg chg="mod">
          <ac:chgData name="sh ito" userId="b72e1b45a6eb2453" providerId="LiveId" clId="{4A52BE65-D49D-45EA-8A08-CAF35556917D}" dt="2026-05-04T10:23:40.967" v="893" actId="207"/>
          <ac:spMkLst>
            <pc:docMk/>
            <pc:sldMk cId="792282740" sldId="265"/>
            <ac:spMk id="94" creationId="{2937A5E9-4F35-7D8C-1D08-0AC1ED015508}"/>
          </ac:spMkLst>
        </pc:spChg>
        <pc:spChg chg="mod">
          <ac:chgData name="sh ito" userId="b72e1b45a6eb2453" providerId="LiveId" clId="{4A52BE65-D49D-45EA-8A08-CAF35556917D}" dt="2026-05-04T10:19:48.349" v="454" actId="207"/>
          <ac:spMkLst>
            <pc:docMk/>
            <pc:sldMk cId="792282740" sldId="265"/>
            <ac:spMk id="96" creationId="{9B58A2A1-C848-B715-649F-BA41516B9D0F}"/>
          </ac:spMkLst>
        </pc:spChg>
        <pc:spChg chg="mod">
          <ac:chgData name="sh ito" userId="b72e1b45a6eb2453" providerId="LiveId" clId="{4A52BE65-D49D-45EA-8A08-CAF35556917D}" dt="2026-05-04T10:20:23.753" v="533" actId="20577"/>
          <ac:spMkLst>
            <pc:docMk/>
            <pc:sldMk cId="792282740" sldId="265"/>
            <ac:spMk id="97" creationId="{80101E6A-45E8-EA1B-CC97-1F59E8D58563}"/>
          </ac:spMkLst>
        </pc:spChg>
        <pc:spChg chg="mod">
          <ac:chgData name="sh ito" userId="b72e1b45a6eb2453" providerId="LiveId" clId="{4A52BE65-D49D-45EA-8A08-CAF35556917D}" dt="2026-05-04T10:20:27.049" v="537" actId="20577"/>
          <ac:spMkLst>
            <pc:docMk/>
            <pc:sldMk cId="792282740" sldId="265"/>
            <ac:spMk id="99" creationId="{64AAADCA-277B-3C15-116D-5254BF1ECC06}"/>
          </ac:spMkLst>
        </pc:spChg>
        <pc:spChg chg="mod">
          <ac:chgData name="sh ito" userId="b72e1b45a6eb2453" providerId="LiveId" clId="{4A52BE65-D49D-45EA-8A08-CAF35556917D}" dt="2026-05-04T10:23:35.323" v="890" actId="207"/>
          <ac:spMkLst>
            <pc:docMk/>
            <pc:sldMk cId="792282740" sldId="265"/>
            <ac:spMk id="103" creationId="{E830E8B0-D672-8D63-E5A5-F61E11D70357}"/>
          </ac:spMkLst>
        </pc:spChg>
        <pc:spChg chg="mod">
          <ac:chgData name="sh ito" userId="b72e1b45a6eb2453" providerId="LiveId" clId="{4A52BE65-D49D-45EA-8A08-CAF35556917D}" dt="2026-05-04T10:23:38.670" v="891" actId="207"/>
          <ac:spMkLst>
            <pc:docMk/>
            <pc:sldMk cId="792282740" sldId="265"/>
            <ac:spMk id="104" creationId="{15EFDE3C-1EEF-9FAF-E25B-23DDEC0BA14C}"/>
          </ac:spMkLst>
        </pc:spChg>
        <pc:spChg chg="mod">
          <ac:chgData name="sh ito" userId="b72e1b45a6eb2453" providerId="LiveId" clId="{4A52BE65-D49D-45EA-8A08-CAF35556917D}" dt="2026-05-04T10:20:21.954" v="530" actId="20577"/>
          <ac:spMkLst>
            <pc:docMk/>
            <pc:sldMk cId="792282740" sldId="265"/>
            <ac:spMk id="105" creationId="{FBD19EB7-B4E7-6029-F681-6CB89B7CE5BD}"/>
          </ac:spMkLst>
        </pc:spChg>
        <pc:spChg chg="mod">
          <ac:chgData name="sh ito" userId="b72e1b45a6eb2453" providerId="LiveId" clId="{4A52BE65-D49D-45EA-8A08-CAF35556917D}" dt="2026-05-04T10:20:22.515" v="531" actId="20577"/>
          <ac:spMkLst>
            <pc:docMk/>
            <pc:sldMk cId="792282740" sldId="265"/>
            <ac:spMk id="106" creationId="{BF3DE802-44B6-1936-1B02-209320E4D3B3}"/>
          </ac:spMkLst>
        </pc:spChg>
        <pc:spChg chg="mod">
          <ac:chgData name="sh ito" userId="b72e1b45a6eb2453" providerId="LiveId" clId="{4A52BE65-D49D-45EA-8A08-CAF35556917D}" dt="2026-05-04T10:20:23.112" v="532" actId="20577"/>
          <ac:spMkLst>
            <pc:docMk/>
            <pc:sldMk cId="792282740" sldId="265"/>
            <ac:spMk id="107" creationId="{FB61FA8E-37BF-B561-77E8-FD9D05A3B7C7}"/>
          </ac:spMkLst>
        </pc:spChg>
        <pc:spChg chg="mod">
          <ac:chgData name="sh ito" userId="b72e1b45a6eb2453" providerId="LiveId" clId="{4A52BE65-D49D-45EA-8A08-CAF35556917D}" dt="2026-05-04T10:20:24.360" v="534" actId="20577"/>
          <ac:spMkLst>
            <pc:docMk/>
            <pc:sldMk cId="792282740" sldId="265"/>
            <ac:spMk id="108" creationId="{4D0AC8AB-4C74-9B4B-77A2-D79EA9319422}"/>
          </ac:spMkLst>
        </pc:spChg>
        <pc:spChg chg="mod">
          <ac:chgData name="sh ito" userId="b72e1b45a6eb2453" providerId="LiveId" clId="{4A52BE65-D49D-45EA-8A08-CAF35556917D}" dt="2026-05-04T10:20:26.441" v="536" actId="20577"/>
          <ac:spMkLst>
            <pc:docMk/>
            <pc:sldMk cId="792282740" sldId="265"/>
            <ac:spMk id="109" creationId="{85C15E7B-B507-24A0-AD17-26FC543C2EE2}"/>
          </ac:spMkLst>
        </pc:spChg>
        <pc:spChg chg="mod">
          <ac:chgData name="sh ito" userId="b72e1b45a6eb2453" providerId="LiveId" clId="{4A52BE65-D49D-45EA-8A08-CAF35556917D}" dt="2026-05-04T10:20:25.667" v="535" actId="20577"/>
          <ac:spMkLst>
            <pc:docMk/>
            <pc:sldMk cId="792282740" sldId="265"/>
            <ac:spMk id="110" creationId="{1FA16BC1-A48C-9D39-6824-00F5A10E2600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2" creationId="{17649594-D54D-BC50-3156-41FD9F468264}"/>
          </ac:spMkLst>
        </pc:spChg>
        <pc:spChg chg="mod or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3" creationId="{8B4B8B9D-437C-B1DA-7C0F-39413A723644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4" creationId="{92BC3DB4-1646-34C3-7F96-A6E8ECDD9A8E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5" creationId="{23AAC887-4E39-0D7B-8D8E-42AAD6BE703C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6" creationId="{24DD99A7-A3DB-1C0A-D943-8D27E0C34DA2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7" creationId="{7D7A5043-8272-199E-E6AD-A5556D2A28C4}"/>
          </ac:spMkLst>
        </pc:spChg>
        <pc:spChg chg="mod topLvl">
          <ac:chgData name="sh ito" userId="b72e1b45a6eb2453" providerId="LiveId" clId="{4A52BE65-D49D-45EA-8A08-CAF35556917D}" dt="2026-05-04T10:27:34.634" v="916" actId="164"/>
          <ac:spMkLst>
            <pc:docMk/>
            <pc:sldMk cId="792282740" sldId="265"/>
            <ac:spMk id="118" creationId="{FD224B70-9DDE-B43C-5464-B19088D94E4F}"/>
          </ac:spMkLst>
        </pc:spChg>
        <pc:picChg chg="add mod">
          <ac:chgData name="sh ito" userId="b72e1b45a6eb2453" providerId="LiveId" clId="{4A52BE65-D49D-45EA-8A08-CAF35556917D}" dt="2026-05-04T10:33:44.692" v="949" actId="14100"/>
          <ac:picMkLst>
            <pc:docMk/>
            <pc:sldMk cId="792282740" sldId="265"/>
            <ac:picMk id="25" creationId="{E7AD2E85-18F6-5A51-DEAE-F67A6649B42F}"/>
          </ac:picMkLst>
        </pc:picChg>
      </pc:sldChg>
      <pc:sldChg chg="addSp delSp modSp add mod">
        <pc:chgData name="sh ito" userId="b72e1b45a6eb2453" providerId="LiveId" clId="{4A52BE65-D49D-45EA-8A08-CAF35556917D}" dt="2026-05-04T13:54:30.142" v="3573" actId="20577"/>
        <pc:sldMkLst>
          <pc:docMk/>
          <pc:sldMk cId="3745006878" sldId="266"/>
        </pc:sldMkLst>
        <pc:spChg chg="mod">
          <ac:chgData name="sh ito" userId="b72e1b45a6eb2453" providerId="LiveId" clId="{4A52BE65-D49D-45EA-8A08-CAF35556917D}" dt="2026-05-04T10:40:58.211" v="1500" actId="207"/>
          <ac:spMkLst>
            <pc:docMk/>
            <pc:sldMk cId="3745006878" sldId="266"/>
            <ac:spMk id="7" creationId="{D913FE1E-8C65-776C-F360-08472F44C602}"/>
          </ac:spMkLst>
        </pc:spChg>
        <pc:spChg chg="mod">
          <ac:chgData name="sh ito" userId="b72e1b45a6eb2453" providerId="LiveId" clId="{4A52BE65-D49D-45EA-8A08-CAF35556917D}" dt="2026-05-04T10:36:16.018" v="1207" actId="207"/>
          <ac:spMkLst>
            <pc:docMk/>
            <pc:sldMk cId="3745006878" sldId="266"/>
            <ac:spMk id="9" creationId="{0B37A127-0169-D8C9-FEB6-40A1C9F140F0}"/>
          </ac:spMkLst>
        </pc:spChg>
        <pc:spChg chg="add mod">
          <ac:chgData name="sh ito" userId="b72e1b45a6eb2453" providerId="LiveId" clId="{4A52BE65-D49D-45EA-8A08-CAF35556917D}" dt="2026-05-04T13:53:47.875" v="3550" actId="255"/>
          <ac:spMkLst>
            <pc:docMk/>
            <pc:sldMk cId="3745006878" sldId="266"/>
            <ac:spMk id="10" creationId="{6678427C-DB9B-B406-DB44-C0F0944B032E}"/>
          </ac:spMkLst>
        </pc:spChg>
        <pc:spChg chg="add del mod">
          <ac:chgData name="sh ito" userId="b72e1b45a6eb2453" providerId="LiveId" clId="{4A52BE65-D49D-45EA-8A08-CAF35556917D}" dt="2026-05-04T10:44:30.316" v="1557" actId="478"/>
          <ac:spMkLst>
            <pc:docMk/>
            <pc:sldMk cId="3745006878" sldId="266"/>
            <ac:spMk id="11" creationId="{9223D5C7-4F93-A049-0B62-E1A6A3E31E02}"/>
          </ac:spMkLst>
        </pc:spChg>
        <pc:spChg chg="add del mod">
          <ac:chgData name="sh ito" userId="b72e1b45a6eb2453" providerId="LiveId" clId="{4A52BE65-D49D-45EA-8A08-CAF35556917D}" dt="2026-05-04T13:53:53.875" v="3551" actId="478"/>
          <ac:spMkLst>
            <pc:docMk/>
            <pc:sldMk cId="3745006878" sldId="266"/>
            <ac:spMk id="12" creationId="{FDFE5835-65AD-1AD4-9742-5C8DD17FE472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21" creationId="{84A25A63-E79B-EF59-970B-CBA2B4CF2E00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63" creationId="{8EE08434-A5F6-F85B-C647-FFEDB6DF409A}"/>
          </ac:spMkLst>
        </pc:spChg>
        <pc:spChg chg="mod">
          <ac:chgData name="sh ito" userId="b72e1b45a6eb2453" providerId="LiveId" clId="{4A52BE65-D49D-45EA-8A08-CAF35556917D}" dt="2026-05-04T10:33:54.802" v="955" actId="20577"/>
          <ac:spMkLst>
            <pc:docMk/>
            <pc:sldMk cId="3745006878" sldId="266"/>
            <ac:spMk id="65" creationId="{C9A9BBB9-5966-CB0F-E546-289485DFEC7F}"/>
          </ac:spMkLst>
        </pc:spChg>
        <pc:spChg chg="mod">
          <ac:chgData name="sh ito" userId="b72e1b45a6eb2453" providerId="LiveId" clId="{4A52BE65-D49D-45EA-8A08-CAF35556917D}" dt="2026-05-04T10:44:29.253" v="1556" actId="20577"/>
          <ac:spMkLst>
            <pc:docMk/>
            <pc:sldMk cId="3745006878" sldId="266"/>
            <ac:spMk id="66" creationId="{5772912D-2F08-06ED-6545-3F9F28BED4CF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70" creationId="{FE87A5E4-0647-223C-A537-24F77C17C1B2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71" creationId="{61FFC07A-B342-30FC-EF52-0DF7E6FB2761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75" creationId="{B8247D8F-E66C-58F3-410F-DCB6A05D7BA0}"/>
          </ac:spMkLst>
        </pc:spChg>
        <pc:spChg chg="mod">
          <ac:chgData name="sh ito" userId="b72e1b45a6eb2453" providerId="LiveId" clId="{4A52BE65-D49D-45EA-8A08-CAF35556917D}" dt="2026-05-04T10:36:22.463" v="1210" actId="20577"/>
          <ac:spMkLst>
            <pc:docMk/>
            <pc:sldMk cId="3745006878" sldId="266"/>
            <ac:spMk id="77" creationId="{41758521-C886-6D43-5516-8A9FE773BBBC}"/>
          </ac:spMkLst>
        </pc:spChg>
        <pc:spChg chg="mod">
          <ac:chgData name="sh ito" userId="b72e1b45a6eb2453" providerId="LiveId" clId="{4A52BE65-D49D-45EA-8A08-CAF35556917D}" dt="2026-05-04T10:36:21.518" v="1209" actId="20577"/>
          <ac:spMkLst>
            <pc:docMk/>
            <pc:sldMk cId="3745006878" sldId="266"/>
            <ac:spMk id="78" creationId="{A1D3D639-8274-F746-9DFB-29653DAD1503}"/>
          </ac:spMkLst>
        </pc:spChg>
        <pc:spChg chg="mod">
          <ac:chgData name="sh ito" userId="b72e1b45a6eb2453" providerId="LiveId" clId="{4A52BE65-D49D-45EA-8A08-CAF35556917D}" dt="2026-05-04T10:36:23.306" v="1211" actId="20577"/>
          <ac:spMkLst>
            <pc:docMk/>
            <pc:sldMk cId="3745006878" sldId="266"/>
            <ac:spMk id="79" creationId="{B8C5FFF9-41DD-2D58-200C-73ECD8CD0328}"/>
          </ac:spMkLst>
        </pc:spChg>
        <pc:spChg chg="mod">
          <ac:chgData name="sh ito" userId="b72e1b45a6eb2453" providerId="LiveId" clId="{4A52BE65-D49D-45EA-8A08-CAF35556917D}" dt="2026-05-04T10:40:00.615" v="1479" actId="207"/>
          <ac:spMkLst>
            <pc:docMk/>
            <pc:sldMk cId="3745006878" sldId="266"/>
            <ac:spMk id="96" creationId="{91FF75D2-F476-47F1-1E2A-B15BA999F4C1}"/>
          </ac:spMkLst>
        </pc:spChg>
        <pc:spChg chg="mod">
          <ac:chgData name="sh ito" userId="b72e1b45a6eb2453" providerId="LiveId" clId="{4A52BE65-D49D-45EA-8A08-CAF35556917D}" dt="2026-05-04T10:39:59.635" v="1478" actId="207"/>
          <ac:spMkLst>
            <pc:docMk/>
            <pc:sldMk cId="3745006878" sldId="266"/>
            <ac:spMk id="97" creationId="{0386873B-B99C-FCCA-9841-E87A6CF2356A}"/>
          </ac:spMkLst>
        </pc:spChg>
        <pc:spChg chg="mod">
          <ac:chgData name="sh ito" userId="b72e1b45a6eb2453" providerId="LiveId" clId="{4A52BE65-D49D-45EA-8A08-CAF35556917D}" dt="2026-05-04T10:39:59.635" v="1478" actId="207"/>
          <ac:spMkLst>
            <pc:docMk/>
            <pc:sldMk cId="3745006878" sldId="266"/>
            <ac:spMk id="98" creationId="{D12932A7-1FA2-2D3D-FDF9-3C3EFDE38AA1}"/>
          </ac:spMkLst>
        </pc:spChg>
        <pc:spChg chg="mod">
          <ac:chgData name="sh ito" userId="b72e1b45a6eb2453" providerId="LiveId" clId="{4A52BE65-D49D-45EA-8A08-CAF35556917D}" dt="2026-05-04T13:53:47.875" v="3550" actId="255"/>
          <ac:spMkLst>
            <pc:docMk/>
            <pc:sldMk cId="3745006878" sldId="266"/>
            <ac:spMk id="102" creationId="{B08628FB-E4E8-3F21-D256-2859856F42E6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103" creationId="{DDDE2B83-77AB-B28C-547A-DCBA6A6B54C9}"/>
          </ac:spMkLst>
        </pc:spChg>
        <pc:spChg chg="mod">
          <ac:chgData name="sh ito" userId="b72e1b45a6eb2453" providerId="LiveId" clId="{4A52BE65-D49D-45EA-8A08-CAF35556917D}" dt="2026-05-04T10:41:19.759" v="1528" actId="207"/>
          <ac:spMkLst>
            <pc:docMk/>
            <pc:sldMk cId="3745006878" sldId="266"/>
            <ac:spMk id="104" creationId="{9C7A2C96-68F2-91A2-AA0D-AC89B13D8A60}"/>
          </ac:spMkLst>
        </pc:spChg>
        <pc:spChg chg="mod">
          <ac:chgData name="sh ito" userId="b72e1b45a6eb2453" providerId="LiveId" clId="{4A52BE65-D49D-45EA-8A08-CAF35556917D}" dt="2026-05-04T10:39:59.635" v="1478" actId="207"/>
          <ac:spMkLst>
            <pc:docMk/>
            <pc:sldMk cId="3745006878" sldId="266"/>
            <ac:spMk id="105" creationId="{0CFCF8A7-70EF-95E3-4C2C-18F05C326736}"/>
          </ac:spMkLst>
        </pc:spChg>
        <pc:spChg chg="mod">
          <ac:chgData name="sh ito" userId="b72e1b45a6eb2453" providerId="LiveId" clId="{4A52BE65-D49D-45EA-8A08-CAF35556917D}" dt="2026-05-04T10:39:59.635" v="1478" actId="207"/>
          <ac:spMkLst>
            <pc:docMk/>
            <pc:sldMk cId="3745006878" sldId="266"/>
            <ac:spMk id="106" creationId="{82148A1B-F34E-20E4-2CE3-EA755ADB771D}"/>
          </ac:spMkLst>
        </pc:spChg>
        <pc:spChg chg="mod">
          <ac:chgData name="sh ito" userId="b72e1b45a6eb2453" providerId="LiveId" clId="{4A52BE65-D49D-45EA-8A08-CAF35556917D}" dt="2026-05-04T10:39:59.635" v="1478" actId="207"/>
          <ac:spMkLst>
            <pc:docMk/>
            <pc:sldMk cId="3745006878" sldId="266"/>
            <ac:spMk id="107" creationId="{6A9601D4-CCBA-C3FF-BC86-7334B7AD8B8B}"/>
          </ac:spMkLst>
        </pc:spChg>
        <pc:spChg chg="mod">
          <ac:chgData name="sh ito" userId="b72e1b45a6eb2453" providerId="LiveId" clId="{4A52BE65-D49D-45EA-8A08-CAF35556917D}" dt="2026-05-04T10:39:59.635" v="1478" actId="207"/>
          <ac:spMkLst>
            <pc:docMk/>
            <pc:sldMk cId="3745006878" sldId="266"/>
            <ac:spMk id="108" creationId="{BD56B88C-6D28-D307-AC64-B719635CF224}"/>
          </ac:spMkLst>
        </pc:spChg>
        <pc:spChg chg="mod">
          <ac:chgData name="sh ito" userId="b72e1b45a6eb2453" providerId="LiveId" clId="{4A52BE65-D49D-45EA-8A08-CAF35556917D}" dt="2026-05-04T10:39:32.337" v="1457" actId="207"/>
          <ac:spMkLst>
            <pc:docMk/>
            <pc:sldMk cId="3745006878" sldId="266"/>
            <ac:spMk id="112" creationId="{BAC968D1-30E2-0DC2-C8EF-95EE96CF91B6}"/>
          </ac:spMkLst>
        </pc:spChg>
        <pc:spChg chg="mod">
          <ac:chgData name="sh ito" userId="b72e1b45a6eb2453" providerId="LiveId" clId="{4A52BE65-D49D-45EA-8A08-CAF35556917D}" dt="2026-05-04T13:54:30.142" v="3573" actId="20577"/>
          <ac:spMkLst>
            <pc:docMk/>
            <pc:sldMk cId="3745006878" sldId="266"/>
            <ac:spMk id="113" creationId="{9A64505C-EACE-9172-9FE7-1E5C17269458}"/>
          </ac:spMkLst>
        </pc:spChg>
        <pc:spChg chg="mod">
          <ac:chgData name="sh ito" userId="b72e1b45a6eb2453" providerId="LiveId" clId="{4A52BE65-D49D-45EA-8A08-CAF35556917D}" dt="2026-05-04T10:43:01.151" v="1551" actId="20577"/>
          <ac:spMkLst>
            <pc:docMk/>
            <pc:sldMk cId="3745006878" sldId="266"/>
            <ac:spMk id="114" creationId="{B2267488-816D-CB00-71AA-BFD6AF6F828A}"/>
          </ac:spMkLst>
        </pc:spChg>
        <pc:spChg chg="mod">
          <ac:chgData name="sh ito" userId="b72e1b45a6eb2453" providerId="LiveId" clId="{4A52BE65-D49D-45EA-8A08-CAF35556917D}" dt="2026-05-04T10:43:13.821" v="1553" actId="207"/>
          <ac:spMkLst>
            <pc:docMk/>
            <pc:sldMk cId="3745006878" sldId="266"/>
            <ac:spMk id="115" creationId="{693F30D1-3B33-8DB8-C5EA-8424BE5D6B52}"/>
          </ac:spMkLst>
        </pc:spChg>
        <pc:spChg chg="mod">
          <ac:chgData name="sh ito" userId="b72e1b45a6eb2453" providerId="LiveId" clId="{4A52BE65-D49D-45EA-8A08-CAF35556917D}" dt="2026-05-04T10:38:24.631" v="1438" actId="255"/>
          <ac:spMkLst>
            <pc:docMk/>
            <pc:sldMk cId="3745006878" sldId="266"/>
            <ac:spMk id="116" creationId="{934D1C9F-5F00-BB71-A589-25135F8D6EA1}"/>
          </ac:spMkLst>
        </pc:spChg>
        <pc:spChg chg="mod">
          <ac:chgData name="sh ito" userId="b72e1b45a6eb2453" providerId="LiveId" clId="{4A52BE65-D49D-45EA-8A08-CAF35556917D}" dt="2026-05-04T10:38:24.631" v="1438" actId="255"/>
          <ac:spMkLst>
            <pc:docMk/>
            <pc:sldMk cId="3745006878" sldId="266"/>
            <ac:spMk id="117" creationId="{B6F3CDA5-CF88-A8BF-DD41-EE0CDCD0C9B5}"/>
          </ac:spMkLst>
        </pc:spChg>
        <pc:picChg chg="add mod">
          <ac:chgData name="sh ito" userId="b72e1b45a6eb2453" providerId="LiveId" clId="{4A52BE65-D49D-45EA-8A08-CAF35556917D}" dt="2026-05-04T10:32:48.304" v="934" actId="1076"/>
          <ac:picMkLst>
            <pc:docMk/>
            <pc:sldMk cId="3745006878" sldId="266"/>
            <ac:picMk id="3" creationId="{2EEA57ED-267A-E944-E478-71FB8F2D6C39}"/>
          </ac:picMkLst>
        </pc:picChg>
        <pc:picChg chg="add mod">
          <ac:chgData name="sh ito" userId="b72e1b45a6eb2453" providerId="LiveId" clId="{4A52BE65-D49D-45EA-8A08-CAF35556917D}" dt="2026-05-04T10:32:55.911" v="938" actId="167"/>
          <ac:picMkLst>
            <pc:docMk/>
            <pc:sldMk cId="3745006878" sldId="266"/>
            <ac:picMk id="4" creationId="{E4DC740C-D742-DBAF-DD49-41515156A8C2}"/>
          </ac:picMkLst>
        </pc:picChg>
        <pc:picChg chg="add del">
          <ac:chgData name="sh ito" userId="b72e1b45a6eb2453" providerId="LiveId" clId="{4A52BE65-D49D-45EA-8A08-CAF35556917D}" dt="2026-05-04T10:32:56.920" v="939" actId="478"/>
          <ac:picMkLst>
            <pc:docMk/>
            <pc:sldMk cId="3745006878" sldId="266"/>
            <ac:picMk id="25" creationId="{A072BC0A-9EEA-3682-05CF-275AFC332F80}"/>
          </ac:picMkLst>
        </pc:picChg>
      </pc:sldChg>
      <pc:sldChg chg="new del">
        <pc:chgData name="sh ito" userId="b72e1b45a6eb2453" providerId="LiveId" clId="{4A52BE65-D49D-45EA-8A08-CAF35556917D}" dt="2026-05-04T10:45:29.504" v="1587" actId="680"/>
        <pc:sldMkLst>
          <pc:docMk/>
          <pc:sldMk cId="3841733666" sldId="267"/>
        </pc:sldMkLst>
      </pc:sldChg>
      <pc:sldChg chg="addSp delSp modSp add mod ord">
        <pc:chgData name="sh ito" userId="b72e1b45a6eb2453" providerId="LiveId" clId="{4A52BE65-D49D-45EA-8A08-CAF35556917D}" dt="2026-05-04T11:10:02.690" v="3369" actId="207"/>
        <pc:sldMkLst>
          <pc:docMk/>
          <pc:sldMk cId="3986363018" sldId="267"/>
        </pc:sldMkLst>
        <pc:spChg chg="add mod">
          <ac:chgData name="sh ito" userId="b72e1b45a6eb2453" providerId="LiveId" clId="{4A52BE65-D49D-45EA-8A08-CAF35556917D}" dt="2026-05-04T10:51:49.591" v="2267" actId="207"/>
          <ac:spMkLst>
            <pc:docMk/>
            <pc:sldMk cId="3986363018" sldId="267"/>
            <ac:spMk id="2" creationId="{C6DF1274-862F-5BE4-B31F-03920522CF05}"/>
          </ac:spMkLst>
        </pc:spChg>
        <pc:spChg chg="add mod">
          <ac:chgData name="sh ito" userId="b72e1b45a6eb2453" providerId="LiveId" clId="{4A52BE65-D49D-45EA-8A08-CAF35556917D}" dt="2026-05-04T10:52:03.535" v="2268" actId="1035"/>
          <ac:spMkLst>
            <pc:docMk/>
            <pc:sldMk cId="3986363018" sldId="267"/>
            <ac:spMk id="5" creationId="{0D3D5673-81BD-CFBC-D84A-F4AF6FE952C6}"/>
          </ac:spMkLst>
        </pc:spChg>
        <pc:spChg chg="del">
          <ac:chgData name="sh ito" userId="b72e1b45a6eb2453" providerId="LiveId" clId="{4A52BE65-D49D-45EA-8A08-CAF35556917D}" dt="2026-05-04T10:46:14.865" v="1674" actId="478"/>
          <ac:spMkLst>
            <pc:docMk/>
            <pc:sldMk cId="3986363018" sldId="267"/>
            <ac:spMk id="6" creationId="{27DCDE80-896A-7AED-9033-B92D11142F02}"/>
          </ac:spMkLst>
        </pc:spChg>
        <pc:spChg chg="del">
          <ac:chgData name="sh ito" userId="b72e1b45a6eb2453" providerId="LiveId" clId="{4A52BE65-D49D-45EA-8A08-CAF35556917D}" dt="2026-05-04T10:46:14.865" v="1674" actId="478"/>
          <ac:spMkLst>
            <pc:docMk/>
            <pc:sldMk cId="3986363018" sldId="267"/>
            <ac:spMk id="7" creationId="{25720E7D-8478-CA6D-4E29-12E153CE6E24}"/>
          </ac:spMkLst>
        </pc:spChg>
        <pc:spChg chg="add mod">
          <ac:chgData name="sh ito" userId="b72e1b45a6eb2453" providerId="LiveId" clId="{4A52BE65-D49D-45EA-8A08-CAF35556917D}" dt="2026-05-04T10:51:43.189" v="2266" actId="207"/>
          <ac:spMkLst>
            <pc:docMk/>
            <pc:sldMk cId="3986363018" sldId="267"/>
            <ac:spMk id="8" creationId="{DF9B9B34-EB22-98FF-C8A7-7A27960E2EDF}"/>
          </ac:spMkLst>
        </pc:spChg>
        <pc:spChg chg="mod">
          <ac:chgData name="sh ito" userId="b72e1b45a6eb2453" providerId="LiveId" clId="{4A52BE65-D49D-45EA-8A08-CAF35556917D}" dt="2026-05-04T10:51:40.396" v="2265" actId="207"/>
          <ac:spMkLst>
            <pc:docMk/>
            <pc:sldMk cId="3986363018" sldId="267"/>
            <ac:spMk id="10" creationId="{7F46373C-3DA4-2A71-0237-BD5A4E845CC6}"/>
          </ac:spMkLst>
        </pc:spChg>
        <pc:spChg chg="mod">
          <ac:chgData name="sh ito" userId="b72e1b45a6eb2453" providerId="LiveId" clId="{4A52BE65-D49D-45EA-8A08-CAF35556917D}" dt="2026-05-04T10:51:40.396" v="2265" actId="207"/>
          <ac:spMkLst>
            <pc:docMk/>
            <pc:sldMk cId="3986363018" sldId="267"/>
            <ac:spMk id="11" creationId="{5AACC03D-81F9-7285-83A0-40473006A8CB}"/>
          </ac:spMkLst>
        </pc:spChg>
        <pc:spChg chg="mod">
          <ac:chgData name="sh ito" userId="b72e1b45a6eb2453" providerId="LiveId" clId="{4A52BE65-D49D-45EA-8A08-CAF35556917D}" dt="2026-05-04T10:51:40.396" v="2265" actId="207"/>
          <ac:spMkLst>
            <pc:docMk/>
            <pc:sldMk cId="3986363018" sldId="267"/>
            <ac:spMk id="12" creationId="{914E4FEA-7779-A52C-0A54-355E8454734B}"/>
          </ac:spMkLst>
        </pc:spChg>
        <pc:spChg chg="mod">
          <ac:chgData name="sh ito" userId="b72e1b45a6eb2453" providerId="LiveId" clId="{4A52BE65-D49D-45EA-8A08-CAF35556917D}" dt="2026-05-04T10:51:20.293" v="2264" actId="207"/>
          <ac:spMkLst>
            <pc:docMk/>
            <pc:sldMk cId="3986363018" sldId="267"/>
            <ac:spMk id="13" creationId="{A2A33A55-A4EE-8439-166A-441C6F5D0952}"/>
          </ac:spMkLst>
        </pc:spChg>
        <pc:spChg chg="add mod">
          <ac:chgData name="sh ito" userId="b72e1b45a6eb2453" providerId="LiveId" clId="{4A52BE65-D49D-45EA-8A08-CAF35556917D}" dt="2026-05-04T10:51:40.396" v="2265" actId="207"/>
          <ac:spMkLst>
            <pc:docMk/>
            <pc:sldMk cId="3986363018" sldId="267"/>
            <ac:spMk id="14" creationId="{22597021-76BA-B59C-E4CE-977E04E90D43}"/>
          </ac:spMkLst>
        </pc:spChg>
        <pc:spChg chg="add mod">
          <ac:chgData name="sh ito" userId="b72e1b45a6eb2453" providerId="LiveId" clId="{4A52BE65-D49D-45EA-8A08-CAF35556917D}" dt="2026-05-04T10:51:40.396" v="2265" actId="207"/>
          <ac:spMkLst>
            <pc:docMk/>
            <pc:sldMk cId="3986363018" sldId="267"/>
            <ac:spMk id="15" creationId="{2352DCE2-EFA9-E13F-B46F-8D73704FF3BE}"/>
          </ac:spMkLst>
        </pc:spChg>
        <pc:spChg chg="add del mod">
          <ac:chgData name="sh ito" userId="b72e1b45a6eb2453" providerId="LiveId" clId="{4A52BE65-D49D-45EA-8A08-CAF35556917D}" dt="2026-05-04T10:46:32.936" v="1678" actId="478"/>
          <ac:spMkLst>
            <pc:docMk/>
            <pc:sldMk cId="3986363018" sldId="267"/>
            <ac:spMk id="20" creationId="{5ED59126-989F-496C-2162-2062C6823220}"/>
          </ac:spMkLst>
        </pc:spChg>
        <pc:spChg chg="del mod">
          <ac:chgData name="sh ito" userId="b72e1b45a6eb2453" providerId="LiveId" clId="{4A52BE65-D49D-45EA-8A08-CAF35556917D}" dt="2026-05-04T10:46:56.951" v="1686" actId="478"/>
          <ac:spMkLst>
            <pc:docMk/>
            <pc:sldMk cId="3986363018" sldId="267"/>
            <ac:spMk id="22" creationId="{453842D6-DDF3-5F27-72FB-77D67A337EC4}"/>
          </ac:spMkLst>
        </pc:spChg>
        <pc:spChg chg="add del mod">
          <ac:chgData name="sh ito" userId="b72e1b45a6eb2453" providerId="LiveId" clId="{4A52BE65-D49D-45EA-8A08-CAF35556917D}" dt="2026-05-04T10:46:56.951" v="1686" actId="478"/>
          <ac:spMkLst>
            <pc:docMk/>
            <pc:sldMk cId="3986363018" sldId="267"/>
            <ac:spMk id="23" creationId="{9D186FF6-ADA3-BBA7-364B-DB2F31F09413}"/>
          </ac:spMkLst>
        </pc:spChg>
        <pc:spChg chg="del mod">
          <ac:chgData name="sh ito" userId="b72e1b45a6eb2453" providerId="LiveId" clId="{4A52BE65-D49D-45EA-8A08-CAF35556917D}" dt="2026-05-04T10:46:56.951" v="1686" actId="478"/>
          <ac:spMkLst>
            <pc:docMk/>
            <pc:sldMk cId="3986363018" sldId="267"/>
            <ac:spMk id="24" creationId="{738C89DF-F5E7-3D07-DCE6-C1998F4FDE9A}"/>
          </ac:spMkLst>
        </pc:spChg>
        <pc:spChg chg="add mod">
          <ac:chgData name="sh ito" userId="b72e1b45a6eb2453" providerId="LiveId" clId="{4A52BE65-D49D-45EA-8A08-CAF35556917D}" dt="2026-05-04T10:46:20.927" v="1675"/>
          <ac:spMkLst>
            <pc:docMk/>
            <pc:sldMk cId="3986363018" sldId="267"/>
            <ac:spMk id="33" creationId="{79D0126E-9BB2-13BE-0E13-64B8D40AC3F9}"/>
          </ac:spMkLst>
        </pc:spChg>
        <pc:spChg chg="add mod">
          <ac:chgData name="sh ito" userId="b72e1b45a6eb2453" providerId="LiveId" clId="{4A52BE65-D49D-45EA-8A08-CAF35556917D}" dt="2026-05-04T10:51:04.419" v="2261" actId="1076"/>
          <ac:spMkLst>
            <pc:docMk/>
            <pc:sldMk cId="3986363018" sldId="267"/>
            <ac:spMk id="34" creationId="{D43FD311-456B-AF80-8816-87CDE13CE831}"/>
          </ac:spMkLst>
        </pc:spChg>
        <pc:spChg chg="add mod">
          <ac:chgData name="sh ito" userId="b72e1b45a6eb2453" providerId="LiveId" clId="{4A52BE65-D49D-45EA-8A08-CAF35556917D}" dt="2026-05-04T10:51:40.396" v="2265" actId="207"/>
          <ac:spMkLst>
            <pc:docMk/>
            <pc:sldMk cId="3986363018" sldId="267"/>
            <ac:spMk id="38" creationId="{502CBD2E-7744-464E-ADD6-C38FB495F792}"/>
          </ac:spMkLst>
        </pc:spChg>
        <pc:spChg chg="add mod">
          <ac:chgData name="sh ito" userId="b72e1b45a6eb2453" providerId="LiveId" clId="{4A52BE65-D49D-45EA-8A08-CAF35556917D}" dt="2026-05-04T10:51:04.419" v="2261" actId="1076"/>
          <ac:spMkLst>
            <pc:docMk/>
            <pc:sldMk cId="3986363018" sldId="267"/>
            <ac:spMk id="40" creationId="{2D6A2FE1-A7BF-ECEF-D710-1CEF22D506FD}"/>
          </ac:spMkLst>
        </pc:spChg>
        <pc:spChg chg="add mod">
          <ac:chgData name="sh ito" userId="b72e1b45a6eb2453" providerId="LiveId" clId="{4A52BE65-D49D-45EA-8A08-CAF35556917D}" dt="2026-05-04T10:51:04.419" v="2261" actId="1076"/>
          <ac:spMkLst>
            <pc:docMk/>
            <pc:sldMk cId="3986363018" sldId="267"/>
            <ac:spMk id="41" creationId="{0B5CBED3-78E6-6354-96F8-48CC9D42B8CF}"/>
          </ac:spMkLst>
        </pc:spChg>
        <pc:spChg chg="add mod">
          <ac:chgData name="sh ito" userId="b72e1b45a6eb2453" providerId="LiveId" clId="{4A52BE65-D49D-45EA-8A08-CAF35556917D}" dt="2026-05-04T10:51:04.419" v="2261" actId="1076"/>
          <ac:spMkLst>
            <pc:docMk/>
            <pc:sldMk cId="3986363018" sldId="267"/>
            <ac:spMk id="42" creationId="{7C6717FD-5E72-3D84-D657-FDECAD99C0B7}"/>
          </ac:spMkLst>
        </pc:spChg>
        <pc:spChg chg="add mod">
          <ac:chgData name="sh ito" userId="b72e1b45a6eb2453" providerId="LiveId" clId="{4A52BE65-D49D-45EA-8A08-CAF35556917D}" dt="2026-05-04T10:51:04.419" v="2261" actId="1076"/>
          <ac:spMkLst>
            <pc:docMk/>
            <pc:sldMk cId="3986363018" sldId="267"/>
            <ac:spMk id="43" creationId="{69FA486B-4838-1C51-6AFD-4DCF1B464BA3}"/>
          </ac:spMkLst>
        </pc:spChg>
        <pc:spChg chg="mod">
          <ac:chgData name="sh ito" userId="b72e1b45a6eb2453" providerId="LiveId" clId="{4A52BE65-D49D-45EA-8A08-CAF35556917D}" dt="2026-05-04T10:55:18.541" v="2289" actId="2711"/>
          <ac:spMkLst>
            <pc:docMk/>
            <pc:sldMk cId="3986363018" sldId="267"/>
            <ac:spMk id="65" creationId="{A501065D-3A6F-9BED-289B-18644BDCB56A}"/>
          </ac:spMkLst>
        </pc:spChg>
        <pc:spChg chg="mod">
          <ac:chgData name="sh ito" userId="b72e1b45a6eb2453" providerId="LiveId" clId="{4A52BE65-D49D-45EA-8A08-CAF35556917D}" dt="2026-05-04T11:10:02.690" v="3369" actId="207"/>
          <ac:spMkLst>
            <pc:docMk/>
            <pc:sldMk cId="3986363018" sldId="267"/>
            <ac:spMk id="66" creationId="{DE791A86-5B5E-9E45-BE58-3E2D447C8BBA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68" creationId="{BC8E09A7-1340-5CD0-12D6-DD110276A343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78" creationId="{0A6D1408-7F27-9BA4-6BFB-929BBBF2A5FE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79" creationId="{1FEF4E72-3622-E2AF-1C84-CB277D59B751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84" creationId="{22AC9CFE-E168-14C3-7163-AE903D3C9464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96" creationId="{5A3FFBFE-2C06-3000-BC04-4304AABD257F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99" creationId="{8B6DAA3E-2451-5198-0AFC-1FD33C3BED3F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103" creationId="{DCE21BED-5B6F-ECDD-9A2C-042A1E9E5FFD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108" creationId="{1390814C-E2C7-8D7F-2ACB-79CF3E824614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114" creationId="{3B8010FE-1A3B-1B9B-8481-58F30CCF511F}"/>
          </ac:spMkLst>
        </pc:spChg>
        <pc:spChg chg="del">
          <ac:chgData name="sh ito" userId="b72e1b45a6eb2453" providerId="LiveId" clId="{4A52BE65-D49D-45EA-8A08-CAF35556917D}" dt="2026-05-04T10:45:41.450" v="1591" actId="478"/>
          <ac:spMkLst>
            <pc:docMk/>
            <pc:sldMk cId="3986363018" sldId="267"/>
            <ac:spMk id="117" creationId="{14590701-A0AD-4FBE-190B-67705CF406AA}"/>
          </ac:spMkLst>
        </pc:spChg>
        <pc:grpChg chg="mod">
          <ac:chgData name="sh ito" userId="b72e1b45a6eb2453" providerId="LiveId" clId="{4A52BE65-D49D-45EA-8A08-CAF35556917D}" dt="2026-05-04T10:51:40.396" v="2265" actId="207"/>
          <ac:grpSpMkLst>
            <pc:docMk/>
            <pc:sldMk cId="3986363018" sldId="267"/>
            <ac:grpSpMk id="9" creationId="{FC1EF7EE-2080-991E-8B7D-ED094624163B}"/>
          </ac:grpSpMkLst>
        </pc:grpChg>
        <pc:picChg chg="add del mod">
          <ac:chgData name="sh ito" userId="b72e1b45a6eb2453" providerId="LiveId" clId="{4A52BE65-D49D-45EA-8A08-CAF35556917D}" dt="2026-05-04T11:04:21.620" v="3012" actId="478"/>
          <ac:picMkLst>
            <pc:docMk/>
            <pc:sldMk cId="3986363018" sldId="267"/>
            <ac:picMk id="45" creationId="{F91B4227-7C5E-0047-53F7-E8AB789507AC}"/>
          </ac:picMkLst>
        </pc:picChg>
      </pc:sldChg>
      <pc:sldChg chg="addSp delSp modSp new mod">
        <pc:chgData name="sh ito" userId="b72e1b45a6eb2453" providerId="LiveId" clId="{4A52BE65-D49D-45EA-8A08-CAF35556917D}" dt="2026-05-05T08:36:31.927" v="3608" actId="207"/>
        <pc:sldMkLst>
          <pc:docMk/>
          <pc:sldMk cId="1379221054" sldId="268"/>
        </pc:sldMkLst>
        <pc:spChg chg="add mod">
          <ac:chgData name="sh ito" userId="b72e1b45a6eb2453" providerId="LiveId" clId="{4A52BE65-D49D-45EA-8A08-CAF35556917D}" dt="2026-05-04T11:31:04.739" v="3392" actId="20577"/>
          <ac:spMkLst>
            <pc:docMk/>
            <pc:sldMk cId="1379221054" sldId="268"/>
            <ac:spMk id="3" creationId="{B847D851-6211-35EF-6428-584AE350AC76}"/>
          </ac:spMkLst>
        </pc:spChg>
        <pc:spChg chg="mod">
          <ac:chgData name="sh ito" userId="b72e1b45a6eb2453" providerId="LiveId" clId="{4A52BE65-D49D-45EA-8A08-CAF35556917D}" dt="2026-05-04T11:31:15.393" v="3393"/>
          <ac:spMkLst>
            <pc:docMk/>
            <pc:sldMk cId="1379221054" sldId="268"/>
            <ac:spMk id="6" creationId="{CF55A4A0-6B3E-C1A8-F92E-C0185C1A264C}"/>
          </ac:spMkLst>
        </pc:spChg>
        <pc:spChg chg="mod">
          <ac:chgData name="sh ito" userId="b72e1b45a6eb2453" providerId="LiveId" clId="{4A52BE65-D49D-45EA-8A08-CAF35556917D}" dt="2026-05-04T11:32:32.231" v="3421" actId="1076"/>
          <ac:spMkLst>
            <pc:docMk/>
            <pc:sldMk cId="1379221054" sldId="268"/>
            <ac:spMk id="9" creationId="{0C8AFFD2-8CCE-8589-8A66-892831556011}"/>
          </ac:spMkLst>
        </pc:spChg>
        <pc:spChg chg="add mod">
          <ac:chgData name="sh ito" userId="b72e1b45a6eb2453" providerId="LiveId" clId="{4A52BE65-D49D-45EA-8A08-CAF35556917D}" dt="2026-05-04T11:32:32.231" v="3421" actId="1076"/>
          <ac:spMkLst>
            <pc:docMk/>
            <pc:sldMk cId="1379221054" sldId="268"/>
            <ac:spMk id="10" creationId="{BBD7F1C5-CEBE-8C6C-7A94-3F464F7091D5}"/>
          </ac:spMkLst>
        </pc:spChg>
        <pc:grpChg chg="add mod">
          <ac:chgData name="sh ito" userId="b72e1b45a6eb2453" providerId="LiveId" clId="{4A52BE65-D49D-45EA-8A08-CAF35556917D}" dt="2026-05-04T11:31:15.393" v="3393"/>
          <ac:grpSpMkLst>
            <pc:docMk/>
            <pc:sldMk cId="1379221054" sldId="268"/>
            <ac:grpSpMk id="4" creationId="{F9320D37-9201-8332-F433-838EEE48FB45}"/>
          </ac:grpSpMkLst>
        </pc:grpChg>
        <pc:grpChg chg="add del mod">
          <ac:chgData name="sh ito" userId="b72e1b45a6eb2453" providerId="LiveId" clId="{4A52BE65-D49D-45EA-8A08-CAF35556917D}" dt="2026-05-04T11:31:40.231" v="3402" actId="478"/>
          <ac:grpSpMkLst>
            <pc:docMk/>
            <pc:sldMk cId="1379221054" sldId="268"/>
            <ac:grpSpMk id="7" creationId="{8CF6F11C-DDC2-B3E2-663A-D1B3AF0AF1DA}"/>
          </ac:grpSpMkLst>
        </pc:grpChg>
        <pc:grpChg chg="add mod">
          <ac:chgData name="sh ito" userId="b72e1b45a6eb2453" providerId="LiveId" clId="{4A52BE65-D49D-45EA-8A08-CAF35556917D}" dt="2026-05-04T11:32:32.231" v="3421" actId="1076"/>
          <ac:grpSpMkLst>
            <pc:docMk/>
            <pc:sldMk cId="1379221054" sldId="268"/>
            <ac:grpSpMk id="12" creationId="{06BF89CA-60FE-D3BB-33F3-DF50239D901A}"/>
          </ac:grpSpMkLst>
        </pc:grpChg>
        <pc:graphicFrameChg chg="add mod modGraphic">
          <ac:chgData name="sh ito" userId="b72e1b45a6eb2453" providerId="LiveId" clId="{4A52BE65-D49D-45EA-8A08-CAF35556917D}" dt="2026-05-05T08:36:31.927" v="3608" actId="207"/>
          <ac:graphicFrameMkLst>
            <pc:docMk/>
            <pc:sldMk cId="1379221054" sldId="268"/>
            <ac:graphicFrameMk id="2" creationId="{5BB081E1-59B8-E3FA-32FF-645888479AD4}"/>
          </ac:graphicFrameMkLst>
        </pc:graphicFrameChg>
        <pc:picChg chg="mod">
          <ac:chgData name="sh ito" userId="b72e1b45a6eb2453" providerId="LiveId" clId="{4A52BE65-D49D-45EA-8A08-CAF35556917D}" dt="2026-05-04T11:31:15.393" v="3393"/>
          <ac:picMkLst>
            <pc:docMk/>
            <pc:sldMk cId="1379221054" sldId="268"/>
            <ac:picMk id="5" creationId="{AD8221B8-9D12-2534-41EE-F9CA3968BEF6}"/>
          </ac:picMkLst>
        </pc:picChg>
        <pc:picChg chg="del mod">
          <ac:chgData name="sh ito" userId="b72e1b45a6eb2453" providerId="LiveId" clId="{4A52BE65-D49D-45EA-8A08-CAF35556917D}" dt="2026-05-04T11:31:40.231" v="3402" actId="478"/>
          <ac:picMkLst>
            <pc:docMk/>
            <pc:sldMk cId="1379221054" sldId="268"/>
            <ac:picMk id="8" creationId="{2944AD7A-504E-5EBA-C63B-DEB3EFB89A9D}"/>
          </ac:picMkLst>
        </pc:picChg>
        <pc:picChg chg="add mod">
          <ac:chgData name="sh ito" userId="b72e1b45a6eb2453" providerId="LiveId" clId="{4A52BE65-D49D-45EA-8A08-CAF35556917D}" dt="2026-05-04T11:32:32.231" v="3421" actId="1076"/>
          <ac:picMkLst>
            <pc:docMk/>
            <pc:sldMk cId="1379221054" sldId="268"/>
            <ac:picMk id="11" creationId="{530F1472-C706-0DD6-7C9F-C880C4C02F0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6DD4E5B-33DB-C02C-AC76-A0B9220160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7D133E-309A-78CF-EA88-420DBBFA4F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08B7B-53C7-4285-8EF1-61B92BB12964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4A3082A-D114-8348-D594-0320FD4DA6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1815FC-02FA-A0A4-730C-48FBA915E5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CCFA2-5357-48A2-9CFB-21F96501D6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405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18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6C25F7-B12B-6311-06AD-2E31932A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D360EB-18F9-F663-32D2-ED1AA1E7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1F1776-3DDA-C757-2D51-EF3261999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CDF34-E5FE-40A1-AEE7-E48538A5EDB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965B9D-F98B-5585-4D58-31633CB6A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C21459-A2CB-E828-E3AA-7FBF6B194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54128-B006-48E5-BB55-63E48CF27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1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C96BAA-F1B5-CE0D-B81E-CDBA5BAA604E}"/>
              </a:ext>
            </a:extLst>
          </p:cNvPr>
          <p:cNvSpPr txBox="1">
            <a:spLocks/>
          </p:cNvSpPr>
          <p:nvPr/>
        </p:nvSpPr>
        <p:spPr>
          <a:xfrm>
            <a:off x="2171562" y="857073"/>
            <a:ext cx="7848872" cy="13681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4800"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 &amp;</a:t>
            </a:r>
            <a:r>
              <a:rPr lang="ja-JP" altLang="en-US" sz="4800">
                <a:latin typeface="Consolas" panose="020B06090202040302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4800"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Mouse</a:t>
            </a:r>
          </a:p>
          <a:p>
            <a:pPr algn="ctr"/>
            <a:r>
              <a:rPr lang="en-US" altLang="ja-JP" sz="4800"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Bindings</a:t>
            </a:r>
            <a:endParaRPr lang="ja-JP" altLang="en-US" sz="480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EA18DB-7B67-19D0-447E-76A970193573}"/>
              </a:ext>
            </a:extLst>
          </p:cNvPr>
          <p:cNvSpPr txBox="1"/>
          <p:nvPr/>
        </p:nvSpPr>
        <p:spPr>
          <a:xfrm>
            <a:off x="4167426" y="5521050"/>
            <a:ext cx="3857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Supported by </a:t>
            </a:r>
            <a:r>
              <a:rPr lang="en-US" altLang="ja-JP" b="1">
                <a:solidFill>
                  <a:schemeClr val="accent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AHKv2</a:t>
            </a:r>
            <a:r>
              <a:rPr lang="en-US" altLang="ja-JP">
                <a:solidFill>
                  <a:schemeClr val="accent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 </a:t>
            </a:r>
            <a:r>
              <a:rPr lang="en-US" altLang="ja-JP" b="1">
                <a:solidFill>
                  <a:schemeClr val="accent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Windows</a:t>
            </a:r>
          </a:p>
          <a:p>
            <a:pPr algn="ctr"/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altLang="ja-JP" b="1">
                <a:solidFill>
                  <a:schemeClr val="accent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HHKB</a:t>
            </a:r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 </a:t>
            </a:r>
            <a:r>
              <a:rPr lang="en-US" altLang="ja-JP" b="1">
                <a:solidFill>
                  <a:schemeClr val="accent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GPRO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DE075037-F602-324B-5C57-B825BAAEADC4}"/>
              </a:ext>
            </a:extLst>
          </p:cNvPr>
          <p:cNvGrpSpPr/>
          <p:nvPr/>
        </p:nvGrpSpPr>
        <p:grpSpPr>
          <a:xfrm>
            <a:off x="1667606" y="2701374"/>
            <a:ext cx="8856783" cy="2735972"/>
            <a:chOff x="2564770" y="2813395"/>
            <a:chExt cx="6993038" cy="216023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D5536702-B0AC-4018-E195-F63224C08EF8}"/>
                </a:ext>
              </a:extLst>
            </p:cNvPr>
            <p:cNvSpPr/>
            <p:nvPr/>
          </p:nvSpPr>
          <p:spPr>
            <a:xfrm>
              <a:off x="2564770" y="2813395"/>
              <a:ext cx="6993038" cy="2160238"/>
            </a:xfrm>
            <a:prstGeom prst="roundRect">
              <a:avLst>
                <a:gd name="adj" fmla="val 3585"/>
              </a:avLst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Consolas" panose="020B0609020204030204" pitchFamily="49" charset="0"/>
              </a:endParaRPr>
            </a:p>
          </p:txBody>
        </p:sp>
        <p:pic>
          <p:nvPicPr>
            <p:cNvPr id="5" name="Picture 2" descr="https://www.pfu.fujitsu.com/hhkeyboard/leaflet/images/pro2nl_sumi_a_l.jpg">
              <a:extLst>
                <a:ext uri="{FF2B5EF4-FFF2-40B4-BE49-F238E27FC236}">
                  <a16:creationId xmlns:a16="http://schemas.microsoft.com/office/drawing/2014/main" id="{BF50D91C-BFE2-16F6-2680-BDC2D27016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4" t="17063" r="2782" b="16109"/>
            <a:stretch/>
          </p:blipFill>
          <p:spPr bwMode="auto">
            <a:xfrm>
              <a:off x="2797804" y="3029420"/>
              <a:ext cx="4607426" cy="1694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「pro wireless」の画像検索結果">
              <a:extLst>
                <a:ext uri="{FF2B5EF4-FFF2-40B4-BE49-F238E27FC236}">
                  <a16:creationId xmlns:a16="http://schemas.microsoft.com/office/drawing/2014/main" id="{09B23F5F-B98F-9EF3-AD3D-162D1D8A1A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5735" y="3053234"/>
              <a:ext cx="872194" cy="1720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91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326F3FFF-0B08-6F99-51F3-8D99D9D0FB90}"/>
              </a:ext>
            </a:extLst>
          </p:cNvPr>
          <p:cNvGrpSpPr/>
          <p:nvPr/>
        </p:nvGrpSpPr>
        <p:grpSpPr>
          <a:xfrm>
            <a:off x="974330" y="3038444"/>
            <a:ext cx="10243339" cy="3295826"/>
            <a:chOff x="569441" y="3369914"/>
            <a:chExt cx="7982829" cy="2568500"/>
          </a:xfrm>
        </p:grpSpPr>
        <p:sp>
          <p:nvSpPr>
            <p:cNvPr id="2" name="角丸四角形 5">
              <a:extLst>
                <a:ext uri="{FF2B5EF4-FFF2-40B4-BE49-F238E27FC236}">
                  <a16:creationId xmlns:a16="http://schemas.microsoft.com/office/drawing/2014/main" id="{655D64E8-6B56-42BF-5A01-7033A918041D}"/>
                </a:ext>
              </a:extLst>
            </p:cNvPr>
            <p:cNvSpPr/>
            <p:nvPr/>
          </p:nvSpPr>
          <p:spPr>
            <a:xfrm>
              <a:off x="575542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Esc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" name="角丸四角形 6">
              <a:extLst>
                <a:ext uri="{FF2B5EF4-FFF2-40B4-BE49-F238E27FC236}">
                  <a16:creationId xmlns:a16="http://schemas.microsoft.com/office/drawing/2014/main" id="{71544CA9-03FA-9F6C-6D4B-C4C6267F4818}"/>
                </a:ext>
              </a:extLst>
            </p:cNvPr>
            <p:cNvSpPr/>
            <p:nvPr/>
          </p:nvSpPr>
          <p:spPr>
            <a:xfrm>
              <a:off x="1112123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" name="角丸四角形 7">
              <a:extLst>
                <a:ext uri="{FF2B5EF4-FFF2-40B4-BE49-F238E27FC236}">
                  <a16:creationId xmlns:a16="http://schemas.microsoft.com/office/drawing/2014/main" id="{3BEF0503-49FA-33E8-06D3-92506B7A1196}"/>
                </a:ext>
              </a:extLst>
            </p:cNvPr>
            <p:cNvSpPr/>
            <p:nvPr/>
          </p:nvSpPr>
          <p:spPr>
            <a:xfrm>
              <a:off x="1648704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角丸四角形 8">
              <a:extLst>
                <a:ext uri="{FF2B5EF4-FFF2-40B4-BE49-F238E27FC236}">
                  <a16:creationId xmlns:a16="http://schemas.microsoft.com/office/drawing/2014/main" id="{857907EE-CBDA-F1BB-1D97-60C8C078D944}"/>
                </a:ext>
              </a:extLst>
            </p:cNvPr>
            <p:cNvSpPr/>
            <p:nvPr/>
          </p:nvSpPr>
          <p:spPr>
            <a:xfrm>
              <a:off x="2185285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角丸四角形 9">
              <a:extLst>
                <a:ext uri="{FF2B5EF4-FFF2-40B4-BE49-F238E27FC236}">
                  <a16:creationId xmlns:a16="http://schemas.microsoft.com/office/drawing/2014/main" id="{73DD223B-6271-1E4C-ADA0-6ED7665A81CB}"/>
                </a:ext>
              </a:extLst>
            </p:cNvPr>
            <p:cNvSpPr/>
            <p:nvPr/>
          </p:nvSpPr>
          <p:spPr>
            <a:xfrm>
              <a:off x="2721866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角丸四角形 21">
              <a:extLst>
                <a:ext uri="{FF2B5EF4-FFF2-40B4-BE49-F238E27FC236}">
                  <a16:creationId xmlns:a16="http://schemas.microsoft.com/office/drawing/2014/main" id="{8D2B569D-B7E9-84BC-1577-FB2B7B8AAB3C}"/>
                </a:ext>
              </a:extLst>
            </p:cNvPr>
            <p:cNvSpPr/>
            <p:nvPr/>
          </p:nvSpPr>
          <p:spPr>
            <a:xfrm>
              <a:off x="1364212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q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角丸四角形 22">
              <a:extLst>
                <a:ext uri="{FF2B5EF4-FFF2-40B4-BE49-F238E27FC236}">
                  <a16:creationId xmlns:a16="http://schemas.microsoft.com/office/drawing/2014/main" id="{11FDC05A-F2FA-A8A9-4D21-FB3907F43C13}"/>
                </a:ext>
              </a:extLst>
            </p:cNvPr>
            <p:cNvSpPr/>
            <p:nvPr/>
          </p:nvSpPr>
          <p:spPr>
            <a:xfrm>
              <a:off x="1900793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9" name="角丸四角形 23">
              <a:extLst>
                <a:ext uri="{FF2B5EF4-FFF2-40B4-BE49-F238E27FC236}">
                  <a16:creationId xmlns:a16="http://schemas.microsoft.com/office/drawing/2014/main" id="{79334D4A-F7E6-B0FC-CCF8-05DB2E8F3978}"/>
                </a:ext>
              </a:extLst>
            </p:cNvPr>
            <p:cNvSpPr/>
            <p:nvPr/>
          </p:nvSpPr>
          <p:spPr>
            <a:xfrm>
              <a:off x="2437374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" name="角丸四角形 24">
              <a:extLst>
                <a:ext uri="{FF2B5EF4-FFF2-40B4-BE49-F238E27FC236}">
                  <a16:creationId xmlns:a16="http://schemas.microsoft.com/office/drawing/2014/main" id="{2F209836-115F-ECDA-1A48-7A356C8ECC04}"/>
                </a:ext>
              </a:extLst>
            </p:cNvPr>
            <p:cNvSpPr/>
            <p:nvPr/>
          </p:nvSpPr>
          <p:spPr>
            <a:xfrm>
              <a:off x="2973955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" name="角丸四角形 34">
              <a:extLst>
                <a:ext uri="{FF2B5EF4-FFF2-40B4-BE49-F238E27FC236}">
                  <a16:creationId xmlns:a16="http://schemas.microsoft.com/office/drawing/2014/main" id="{96304347-18C4-B5F8-245B-859DFA345192}"/>
                </a:ext>
              </a:extLst>
            </p:cNvPr>
            <p:cNvSpPr/>
            <p:nvPr/>
          </p:nvSpPr>
          <p:spPr>
            <a:xfrm>
              <a:off x="569441" y="3895694"/>
              <a:ext cx="72277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Tab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" name="角丸四角形 35">
              <a:extLst>
                <a:ext uri="{FF2B5EF4-FFF2-40B4-BE49-F238E27FC236}">
                  <a16:creationId xmlns:a16="http://schemas.microsoft.com/office/drawing/2014/main" id="{11AC7221-FBCC-0B15-7BAB-9D966A0CFAED}"/>
                </a:ext>
              </a:extLst>
            </p:cNvPr>
            <p:cNvSpPr/>
            <p:nvPr/>
          </p:nvSpPr>
          <p:spPr>
            <a:xfrm>
              <a:off x="1547092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3" name="角丸四角形 36">
              <a:extLst>
                <a:ext uri="{FF2B5EF4-FFF2-40B4-BE49-F238E27FC236}">
                  <a16:creationId xmlns:a16="http://schemas.microsoft.com/office/drawing/2014/main" id="{7FA879D6-4B6C-684C-F2D9-85393653A64B}"/>
                </a:ext>
              </a:extLst>
            </p:cNvPr>
            <p:cNvSpPr/>
            <p:nvPr/>
          </p:nvSpPr>
          <p:spPr>
            <a:xfrm>
              <a:off x="2083673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4" name="角丸四角形 37">
              <a:extLst>
                <a:ext uri="{FF2B5EF4-FFF2-40B4-BE49-F238E27FC236}">
                  <a16:creationId xmlns:a16="http://schemas.microsoft.com/office/drawing/2014/main" id="{5A5F6776-223A-3533-4E96-5E64947F0DD5}"/>
                </a:ext>
              </a:extLst>
            </p:cNvPr>
            <p:cNvSpPr/>
            <p:nvPr/>
          </p:nvSpPr>
          <p:spPr>
            <a:xfrm>
              <a:off x="2620254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角丸四角形 48">
              <a:extLst>
                <a:ext uri="{FF2B5EF4-FFF2-40B4-BE49-F238E27FC236}">
                  <a16:creationId xmlns:a16="http://schemas.microsoft.com/office/drawing/2014/main" id="{3956D751-D703-BBE7-EA85-D3F8108989B5}"/>
                </a:ext>
              </a:extLst>
            </p:cNvPr>
            <p:cNvSpPr/>
            <p:nvPr/>
          </p:nvSpPr>
          <p:spPr>
            <a:xfrm>
              <a:off x="569441" y="4421474"/>
              <a:ext cx="90565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CAPS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6" name="角丸四角形 49">
              <a:extLst>
                <a:ext uri="{FF2B5EF4-FFF2-40B4-BE49-F238E27FC236}">
                  <a16:creationId xmlns:a16="http://schemas.microsoft.com/office/drawing/2014/main" id="{AA19F92D-6B97-873F-DC44-EB981A214B9A}"/>
                </a:ext>
              </a:extLst>
            </p:cNvPr>
            <p:cNvSpPr/>
            <p:nvPr/>
          </p:nvSpPr>
          <p:spPr>
            <a:xfrm>
              <a:off x="1794537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z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7" name="角丸四角形 50">
              <a:extLst>
                <a:ext uri="{FF2B5EF4-FFF2-40B4-BE49-F238E27FC236}">
                  <a16:creationId xmlns:a16="http://schemas.microsoft.com/office/drawing/2014/main" id="{EED72866-B697-0A71-9E0A-67676E5A7F38}"/>
                </a:ext>
              </a:extLst>
            </p:cNvPr>
            <p:cNvSpPr/>
            <p:nvPr/>
          </p:nvSpPr>
          <p:spPr>
            <a:xfrm>
              <a:off x="2331118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x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8" name="角丸四角形 51">
              <a:extLst>
                <a:ext uri="{FF2B5EF4-FFF2-40B4-BE49-F238E27FC236}">
                  <a16:creationId xmlns:a16="http://schemas.microsoft.com/office/drawing/2014/main" id="{221CD5F7-0DD9-8658-D0EE-3AED6D612544}"/>
                </a:ext>
              </a:extLst>
            </p:cNvPr>
            <p:cNvSpPr/>
            <p:nvPr/>
          </p:nvSpPr>
          <p:spPr>
            <a:xfrm>
              <a:off x="2867699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9" name="角丸四角形 60">
              <a:extLst>
                <a:ext uri="{FF2B5EF4-FFF2-40B4-BE49-F238E27FC236}">
                  <a16:creationId xmlns:a16="http://schemas.microsoft.com/office/drawing/2014/main" id="{2FA9D498-C5FE-F214-7DB6-541E772B3C43}"/>
                </a:ext>
              </a:extLst>
            </p:cNvPr>
            <p:cNvSpPr/>
            <p:nvPr/>
          </p:nvSpPr>
          <p:spPr>
            <a:xfrm>
              <a:off x="569442" y="4947254"/>
              <a:ext cx="115309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LSHIFT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0" name="角丸四角形 62">
              <a:extLst>
                <a:ext uri="{FF2B5EF4-FFF2-40B4-BE49-F238E27FC236}">
                  <a16:creationId xmlns:a16="http://schemas.microsoft.com/office/drawing/2014/main" id="{0A29C02E-60C9-9262-FF7F-B8B6AA22D17C}"/>
                </a:ext>
              </a:extLst>
            </p:cNvPr>
            <p:cNvSpPr/>
            <p:nvPr/>
          </p:nvSpPr>
          <p:spPr>
            <a:xfrm>
              <a:off x="1366997" y="547303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Alt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1" name="角丸四角形 67">
              <a:extLst>
                <a:ext uri="{FF2B5EF4-FFF2-40B4-BE49-F238E27FC236}">
                  <a16:creationId xmlns:a16="http://schemas.microsoft.com/office/drawing/2014/main" id="{C9C89E5E-E0F9-354F-FA82-F78AAD1DACA0}"/>
                </a:ext>
              </a:extLst>
            </p:cNvPr>
            <p:cNvSpPr/>
            <p:nvPr/>
          </p:nvSpPr>
          <p:spPr>
            <a:xfrm>
              <a:off x="1900794" y="5473034"/>
              <a:ext cx="749080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Ctrl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" name="角丸四角形 68">
              <a:extLst>
                <a:ext uri="{FF2B5EF4-FFF2-40B4-BE49-F238E27FC236}">
                  <a16:creationId xmlns:a16="http://schemas.microsoft.com/office/drawing/2014/main" id="{C22E8876-418D-6B69-7389-CC13551F9540}"/>
                </a:ext>
              </a:extLst>
            </p:cNvPr>
            <p:cNvSpPr/>
            <p:nvPr/>
          </p:nvSpPr>
          <p:spPr>
            <a:xfrm>
              <a:off x="2727795" y="5473034"/>
              <a:ext cx="3135639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SPACE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3" name="角丸四角形 10">
              <a:extLst>
                <a:ext uri="{FF2B5EF4-FFF2-40B4-BE49-F238E27FC236}">
                  <a16:creationId xmlns:a16="http://schemas.microsoft.com/office/drawing/2014/main" id="{730E098A-5B2C-4C96-89B3-C67F172DAB64}"/>
                </a:ext>
              </a:extLst>
            </p:cNvPr>
            <p:cNvSpPr/>
            <p:nvPr/>
          </p:nvSpPr>
          <p:spPr>
            <a:xfrm>
              <a:off x="3258447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4" name="角丸四角形 11">
              <a:extLst>
                <a:ext uri="{FF2B5EF4-FFF2-40B4-BE49-F238E27FC236}">
                  <a16:creationId xmlns:a16="http://schemas.microsoft.com/office/drawing/2014/main" id="{3C0760AD-66B0-D998-E961-48D0FF0BCA00}"/>
                </a:ext>
              </a:extLst>
            </p:cNvPr>
            <p:cNvSpPr/>
            <p:nvPr/>
          </p:nvSpPr>
          <p:spPr>
            <a:xfrm>
              <a:off x="3795028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5" name="角丸四角形 12">
              <a:extLst>
                <a:ext uri="{FF2B5EF4-FFF2-40B4-BE49-F238E27FC236}">
                  <a16:creationId xmlns:a16="http://schemas.microsoft.com/office/drawing/2014/main" id="{CCD45187-B7A3-6261-51CA-7DDF19C4429F}"/>
                </a:ext>
              </a:extLst>
            </p:cNvPr>
            <p:cNvSpPr/>
            <p:nvPr/>
          </p:nvSpPr>
          <p:spPr>
            <a:xfrm>
              <a:off x="4331609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7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角丸四角形 13">
              <a:extLst>
                <a:ext uri="{FF2B5EF4-FFF2-40B4-BE49-F238E27FC236}">
                  <a16:creationId xmlns:a16="http://schemas.microsoft.com/office/drawing/2014/main" id="{42155C9C-0F0D-78E9-ED55-7E35ACD8B3F6}"/>
                </a:ext>
              </a:extLst>
            </p:cNvPr>
            <p:cNvSpPr/>
            <p:nvPr/>
          </p:nvSpPr>
          <p:spPr>
            <a:xfrm>
              <a:off x="4868190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8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7" name="角丸四角形 14">
              <a:extLst>
                <a:ext uri="{FF2B5EF4-FFF2-40B4-BE49-F238E27FC236}">
                  <a16:creationId xmlns:a16="http://schemas.microsoft.com/office/drawing/2014/main" id="{0000BB30-2D5C-011B-BFA3-BE14DCAF8C81}"/>
                </a:ext>
              </a:extLst>
            </p:cNvPr>
            <p:cNvSpPr/>
            <p:nvPr/>
          </p:nvSpPr>
          <p:spPr>
            <a:xfrm>
              <a:off x="5404771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9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8" name="角丸四角形 15">
              <a:extLst>
                <a:ext uri="{FF2B5EF4-FFF2-40B4-BE49-F238E27FC236}">
                  <a16:creationId xmlns:a16="http://schemas.microsoft.com/office/drawing/2014/main" id="{5E42E8A6-727D-C824-5435-AC6A80337EFF}"/>
                </a:ext>
              </a:extLst>
            </p:cNvPr>
            <p:cNvSpPr/>
            <p:nvPr/>
          </p:nvSpPr>
          <p:spPr>
            <a:xfrm>
              <a:off x="5941352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9" name="角丸四角形 16">
              <a:extLst>
                <a:ext uri="{FF2B5EF4-FFF2-40B4-BE49-F238E27FC236}">
                  <a16:creationId xmlns:a16="http://schemas.microsoft.com/office/drawing/2014/main" id="{F3BFE6F5-AC57-0AE3-2E8E-3F94148F4741}"/>
                </a:ext>
              </a:extLst>
            </p:cNvPr>
            <p:cNvSpPr/>
            <p:nvPr/>
          </p:nvSpPr>
          <p:spPr>
            <a:xfrm>
              <a:off x="6477933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-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0" name="角丸四角形 17">
              <a:extLst>
                <a:ext uri="{FF2B5EF4-FFF2-40B4-BE49-F238E27FC236}">
                  <a16:creationId xmlns:a16="http://schemas.microsoft.com/office/drawing/2014/main" id="{D5E137F6-1461-E168-3B2C-97E6D31A84CE}"/>
                </a:ext>
              </a:extLst>
            </p:cNvPr>
            <p:cNvSpPr/>
            <p:nvPr/>
          </p:nvSpPr>
          <p:spPr>
            <a:xfrm>
              <a:off x="7014514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1" name="角丸四角形 18">
              <a:extLst>
                <a:ext uri="{FF2B5EF4-FFF2-40B4-BE49-F238E27FC236}">
                  <a16:creationId xmlns:a16="http://schemas.microsoft.com/office/drawing/2014/main" id="{5288847A-1E0B-4013-0F0B-96EA3AB426E3}"/>
                </a:ext>
              </a:extLst>
            </p:cNvPr>
            <p:cNvSpPr/>
            <p:nvPr/>
          </p:nvSpPr>
          <p:spPr>
            <a:xfrm>
              <a:off x="7551095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\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2" name="角丸四角形 19">
              <a:extLst>
                <a:ext uri="{FF2B5EF4-FFF2-40B4-BE49-F238E27FC236}">
                  <a16:creationId xmlns:a16="http://schemas.microsoft.com/office/drawing/2014/main" id="{DF426284-2EFA-1339-A679-75A3AF1182DF}"/>
                </a:ext>
              </a:extLst>
            </p:cNvPr>
            <p:cNvSpPr/>
            <p:nvPr/>
          </p:nvSpPr>
          <p:spPr>
            <a:xfrm>
              <a:off x="8087682" y="3369914"/>
              <a:ext cx="464588" cy="46538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3" name="角丸四角形 25">
              <a:extLst>
                <a:ext uri="{FF2B5EF4-FFF2-40B4-BE49-F238E27FC236}">
                  <a16:creationId xmlns:a16="http://schemas.microsoft.com/office/drawing/2014/main" id="{B54EF030-0C5B-B137-392C-E108E46B55DB}"/>
                </a:ext>
              </a:extLst>
            </p:cNvPr>
            <p:cNvSpPr/>
            <p:nvPr/>
          </p:nvSpPr>
          <p:spPr>
            <a:xfrm>
              <a:off x="3510536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4" name="角丸四角形 26">
              <a:extLst>
                <a:ext uri="{FF2B5EF4-FFF2-40B4-BE49-F238E27FC236}">
                  <a16:creationId xmlns:a16="http://schemas.microsoft.com/office/drawing/2014/main" id="{C54C9ECF-34A5-B1FF-B144-DB3447BF95AF}"/>
                </a:ext>
              </a:extLst>
            </p:cNvPr>
            <p:cNvSpPr/>
            <p:nvPr/>
          </p:nvSpPr>
          <p:spPr>
            <a:xfrm>
              <a:off x="4047117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y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5" name="角丸四角形 27">
              <a:extLst>
                <a:ext uri="{FF2B5EF4-FFF2-40B4-BE49-F238E27FC236}">
                  <a16:creationId xmlns:a16="http://schemas.microsoft.com/office/drawing/2014/main" id="{CD6D9646-50CC-154D-3C98-CBBD8C996CDC}"/>
                </a:ext>
              </a:extLst>
            </p:cNvPr>
            <p:cNvSpPr/>
            <p:nvPr/>
          </p:nvSpPr>
          <p:spPr>
            <a:xfrm>
              <a:off x="4583698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u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6" name="角丸四角形 28">
              <a:extLst>
                <a:ext uri="{FF2B5EF4-FFF2-40B4-BE49-F238E27FC236}">
                  <a16:creationId xmlns:a16="http://schemas.microsoft.com/office/drawing/2014/main" id="{5C29C627-4FDC-792D-E494-8127EC849861}"/>
                </a:ext>
              </a:extLst>
            </p:cNvPr>
            <p:cNvSpPr/>
            <p:nvPr/>
          </p:nvSpPr>
          <p:spPr>
            <a:xfrm>
              <a:off x="5120279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7" name="角丸四角形 29">
              <a:extLst>
                <a:ext uri="{FF2B5EF4-FFF2-40B4-BE49-F238E27FC236}">
                  <a16:creationId xmlns:a16="http://schemas.microsoft.com/office/drawing/2014/main" id="{B6AC72E0-DD58-9F8F-CA1E-B405409FE2D2}"/>
                </a:ext>
              </a:extLst>
            </p:cNvPr>
            <p:cNvSpPr/>
            <p:nvPr/>
          </p:nvSpPr>
          <p:spPr>
            <a:xfrm>
              <a:off x="5656860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8" name="角丸四角形 30">
              <a:extLst>
                <a:ext uri="{FF2B5EF4-FFF2-40B4-BE49-F238E27FC236}">
                  <a16:creationId xmlns:a16="http://schemas.microsoft.com/office/drawing/2014/main" id="{1D568D06-F01C-C729-E6C3-9F0AC3206AB9}"/>
                </a:ext>
              </a:extLst>
            </p:cNvPr>
            <p:cNvSpPr/>
            <p:nvPr/>
          </p:nvSpPr>
          <p:spPr>
            <a:xfrm>
              <a:off x="6193441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9" name="角丸四角形 31">
              <a:extLst>
                <a:ext uri="{FF2B5EF4-FFF2-40B4-BE49-F238E27FC236}">
                  <a16:creationId xmlns:a16="http://schemas.microsoft.com/office/drawing/2014/main" id="{E1A3D43A-8208-E591-7CF0-2240BD635950}"/>
                </a:ext>
              </a:extLst>
            </p:cNvPr>
            <p:cNvSpPr/>
            <p:nvPr/>
          </p:nvSpPr>
          <p:spPr>
            <a:xfrm>
              <a:off x="6730022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0" name="角丸四角形 32">
              <a:extLst>
                <a:ext uri="{FF2B5EF4-FFF2-40B4-BE49-F238E27FC236}">
                  <a16:creationId xmlns:a16="http://schemas.microsoft.com/office/drawing/2014/main" id="{322F8363-9672-2720-CD93-D03DF585B903}"/>
                </a:ext>
              </a:extLst>
            </p:cNvPr>
            <p:cNvSpPr/>
            <p:nvPr/>
          </p:nvSpPr>
          <p:spPr>
            <a:xfrm>
              <a:off x="7266603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]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1" name="角丸四角形 33">
              <a:extLst>
                <a:ext uri="{FF2B5EF4-FFF2-40B4-BE49-F238E27FC236}">
                  <a16:creationId xmlns:a16="http://schemas.microsoft.com/office/drawing/2014/main" id="{7899A291-DB09-7FB1-BAB0-AD429EB0F4E1}"/>
                </a:ext>
              </a:extLst>
            </p:cNvPr>
            <p:cNvSpPr/>
            <p:nvPr/>
          </p:nvSpPr>
          <p:spPr>
            <a:xfrm>
              <a:off x="7803185" y="3895694"/>
              <a:ext cx="749085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BS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2" name="角丸四角形 38">
              <a:extLst>
                <a:ext uri="{FF2B5EF4-FFF2-40B4-BE49-F238E27FC236}">
                  <a16:creationId xmlns:a16="http://schemas.microsoft.com/office/drawing/2014/main" id="{E711ABA9-838F-57AD-4F5C-1E1514ED0352}"/>
                </a:ext>
              </a:extLst>
            </p:cNvPr>
            <p:cNvSpPr/>
            <p:nvPr/>
          </p:nvSpPr>
          <p:spPr>
            <a:xfrm>
              <a:off x="3156835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 u="sng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</a:t>
              </a:r>
              <a:endParaRPr lang="ja-JP" altLang="en-US" sz="16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3" name="角丸四角形 39">
              <a:extLst>
                <a:ext uri="{FF2B5EF4-FFF2-40B4-BE49-F238E27FC236}">
                  <a16:creationId xmlns:a16="http://schemas.microsoft.com/office/drawing/2014/main" id="{768CF5A8-60EC-9F55-B98F-BB85182E74C3}"/>
                </a:ext>
              </a:extLst>
            </p:cNvPr>
            <p:cNvSpPr/>
            <p:nvPr/>
          </p:nvSpPr>
          <p:spPr>
            <a:xfrm>
              <a:off x="3693416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4" name="角丸四角形 40">
              <a:extLst>
                <a:ext uri="{FF2B5EF4-FFF2-40B4-BE49-F238E27FC236}">
                  <a16:creationId xmlns:a16="http://schemas.microsoft.com/office/drawing/2014/main" id="{AD85A766-3111-1C7D-E32D-BB4E7CFF4994}"/>
                </a:ext>
              </a:extLst>
            </p:cNvPr>
            <p:cNvSpPr/>
            <p:nvPr/>
          </p:nvSpPr>
          <p:spPr>
            <a:xfrm>
              <a:off x="4229997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5" name="角丸四角形 41">
              <a:extLst>
                <a:ext uri="{FF2B5EF4-FFF2-40B4-BE49-F238E27FC236}">
                  <a16:creationId xmlns:a16="http://schemas.microsoft.com/office/drawing/2014/main" id="{C2B5D4EC-8D5F-66C9-7BA4-652E38D2335C}"/>
                </a:ext>
              </a:extLst>
            </p:cNvPr>
            <p:cNvSpPr/>
            <p:nvPr/>
          </p:nvSpPr>
          <p:spPr>
            <a:xfrm>
              <a:off x="4766578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 u="sng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</a:t>
              </a:r>
              <a:endParaRPr lang="ja-JP" altLang="en-US" sz="16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6" name="角丸四角形 42">
              <a:extLst>
                <a:ext uri="{FF2B5EF4-FFF2-40B4-BE49-F238E27FC236}">
                  <a16:creationId xmlns:a16="http://schemas.microsoft.com/office/drawing/2014/main" id="{45EA79D6-9233-EA41-8420-CD1095011A19}"/>
                </a:ext>
              </a:extLst>
            </p:cNvPr>
            <p:cNvSpPr/>
            <p:nvPr/>
          </p:nvSpPr>
          <p:spPr>
            <a:xfrm>
              <a:off x="5303159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k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7" name="角丸四角形 43">
              <a:extLst>
                <a:ext uri="{FF2B5EF4-FFF2-40B4-BE49-F238E27FC236}">
                  <a16:creationId xmlns:a16="http://schemas.microsoft.com/office/drawing/2014/main" id="{1710F59F-9820-F3F5-CFD9-B10802BFC8EF}"/>
                </a:ext>
              </a:extLst>
            </p:cNvPr>
            <p:cNvSpPr/>
            <p:nvPr/>
          </p:nvSpPr>
          <p:spPr>
            <a:xfrm>
              <a:off x="5839740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8" name="角丸四角形 44">
              <a:extLst>
                <a:ext uri="{FF2B5EF4-FFF2-40B4-BE49-F238E27FC236}">
                  <a16:creationId xmlns:a16="http://schemas.microsoft.com/office/drawing/2014/main" id="{40FE378C-5519-0C3E-D27A-35F740F7F715}"/>
                </a:ext>
              </a:extLst>
            </p:cNvPr>
            <p:cNvSpPr/>
            <p:nvPr/>
          </p:nvSpPr>
          <p:spPr>
            <a:xfrm>
              <a:off x="6376321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9" name="角丸四角形 45">
              <a:extLst>
                <a:ext uri="{FF2B5EF4-FFF2-40B4-BE49-F238E27FC236}">
                  <a16:creationId xmlns:a16="http://schemas.microsoft.com/office/drawing/2014/main" id="{BB47A2C0-3C33-2B25-DEF3-D75A7CBCED7D}"/>
                </a:ext>
              </a:extLst>
            </p:cNvPr>
            <p:cNvSpPr/>
            <p:nvPr/>
          </p:nvSpPr>
          <p:spPr>
            <a:xfrm>
              <a:off x="6912902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‘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0" name="角丸四角形 46">
              <a:extLst>
                <a:ext uri="{FF2B5EF4-FFF2-40B4-BE49-F238E27FC236}">
                  <a16:creationId xmlns:a16="http://schemas.microsoft.com/office/drawing/2014/main" id="{D829936E-DACE-DD2C-EEB5-9E77E958663D}"/>
                </a:ext>
              </a:extLst>
            </p:cNvPr>
            <p:cNvSpPr/>
            <p:nvPr/>
          </p:nvSpPr>
          <p:spPr>
            <a:xfrm>
              <a:off x="7449483" y="4421474"/>
              <a:ext cx="1102786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return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1" name="角丸四角形 52">
              <a:extLst>
                <a:ext uri="{FF2B5EF4-FFF2-40B4-BE49-F238E27FC236}">
                  <a16:creationId xmlns:a16="http://schemas.microsoft.com/office/drawing/2014/main" id="{45E3D4CA-BBE5-05A8-FEA5-200638E892FA}"/>
                </a:ext>
              </a:extLst>
            </p:cNvPr>
            <p:cNvSpPr/>
            <p:nvPr/>
          </p:nvSpPr>
          <p:spPr>
            <a:xfrm>
              <a:off x="3404280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2" name="角丸四角形 53">
              <a:extLst>
                <a:ext uri="{FF2B5EF4-FFF2-40B4-BE49-F238E27FC236}">
                  <a16:creationId xmlns:a16="http://schemas.microsoft.com/office/drawing/2014/main" id="{5DD5B5EF-3C4E-ED30-864D-232B1AAA919B}"/>
                </a:ext>
              </a:extLst>
            </p:cNvPr>
            <p:cNvSpPr/>
            <p:nvPr/>
          </p:nvSpPr>
          <p:spPr>
            <a:xfrm>
              <a:off x="3940861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3" name="角丸四角形 54">
              <a:extLst>
                <a:ext uri="{FF2B5EF4-FFF2-40B4-BE49-F238E27FC236}">
                  <a16:creationId xmlns:a16="http://schemas.microsoft.com/office/drawing/2014/main" id="{B65D1632-9C31-5B89-302B-761536E7C600}"/>
                </a:ext>
              </a:extLst>
            </p:cNvPr>
            <p:cNvSpPr/>
            <p:nvPr/>
          </p:nvSpPr>
          <p:spPr>
            <a:xfrm>
              <a:off x="4477442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4" name="角丸四角形 55">
              <a:extLst>
                <a:ext uri="{FF2B5EF4-FFF2-40B4-BE49-F238E27FC236}">
                  <a16:creationId xmlns:a16="http://schemas.microsoft.com/office/drawing/2014/main" id="{6902DC79-4D7E-3BCC-C888-9DEADC239D68}"/>
                </a:ext>
              </a:extLst>
            </p:cNvPr>
            <p:cNvSpPr/>
            <p:nvPr/>
          </p:nvSpPr>
          <p:spPr>
            <a:xfrm>
              <a:off x="5014023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5" name="角丸四角形 56">
              <a:extLst>
                <a:ext uri="{FF2B5EF4-FFF2-40B4-BE49-F238E27FC236}">
                  <a16:creationId xmlns:a16="http://schemas.microsoft.com/office/drawing/2014/main" id="{705FEBF3-EB8A-3B6C-7659-BBF1142F926B}"/>
                </a:ext>
              </a:extLst>
            </p:cNvPr>
            <p:cNvSpPr/>
            <p:nvPr/>
          </p:nvSpPr>
          <p:spPr>
            <a:xfrm>
              <a:off x="5550604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6" name="角丸四角形 57">
              <a:extLst>
                <a:ext uri="{FF2B5EF4-FFF2-40B4-BE49-F238E27FC236}">
                  <a16:creationId xmlns:a16="http://schemas.microsoft.com/office/drawing/2014/main" id="{E200F301-41AD-8EA7-C046-BB6D06B0E542}"/>
                </a:ext>
              </a:extLst>
            </p:cNvPr>
            <p:cNvSpPr/>
            <p:nvPr/>
          </p:nvSpPr>
          <p:spPr>
            <a:xfrm>
              <a:off x="6087185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7" name="角丸四角形 58">
              <a:extLst>
                <a:ext uri="{FF2B5EF4-FFF2-40B4-BE49-F238E27FC236}">
                  <a16:creationId xmlns:a16="http://schemas.microsoft.com/office/drawing/2014/main" id="{4F2FF7D4-F495-E375-7386-4CC412384685}"/>
                </a:ext>
              </a:extLst>
            </p:cNvPr>
            <p:cNvSpPr/>
            <p:nvPr/>
          </p:nvSpPr>
          <p:spPr>
            <a:xfrm>
              <a:off x="6623766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/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8" name="角丸四角形 59">
              <a:extLst>
                <a:ext uri="{FF2B5EF4-FFF2-40B4-BE49-F238E27FC236}">
                  <a16:creationId xmlns:a16="http://schemas.microsoft.com/office/drawing/2014/main" id="{4D4F0B5D-997C-D152-C584-BF4F31007E43}"/>
                </a:ext>
              </a:extLst>
            </p:cNvPr>
            <p:cNvSpPr/>
            <p:nvPr/>
          </p:nvSpPr>
          <p:spPr>
            <a:xfrm>
              <a:off x="7152803" y="4947254"/>
              <a:ext cx="855337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RSHIFT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9" name="角丸四角形 61">
              <a:extLst>
                <a:ext uri="{FF2B5EF4-FFF2-40B4-BE49-F238E27FC236}">
                  <a16:creationId xmlns:a16="http://schemas.microsoft.com/office/drawing/2014/main" id="{CC8E0631-C524-D25B-CFE7-307B3DA8B79D}"/>
                </a:ext>
              </a:extLst>
            </p:cNvPr>
            <p:cNvSpPr/>
            <p:nvPr/>
          </p:nvSpPr>
          <p:spPr>
            <a:xfrm>
              <a:off x="8087682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Fn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0" name="角丸四角形 66">
              <a:extLst>
                <a:ext uri="{FF2B5EF4-FFF2-40B4-BE49-F238E27FC236}">
                  <a16:creationId xmlns:a16="http://schemas.microsoft.com/office/drawing/2014/main" id="{6BF4E7B4-A3F9-130C-03AA-6AC6F070BBC5}"/>
                </a:ext>
              </a:extLst>
            </p:cNvPr>
            <p:cNvSpPr/>
            <p:nvPr/>
          </p:nvSpPr>
          <p:spPr>
            <a:xfrm>
              <a:off x="6730023" y="5473034"/>
              <a:ext cx="464588" cy="46538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Win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1" name="角丸四角形 69">
              <a:extLst>
                <a:ext uri="{FF2B5EF4-FFF2-40B4-BE49-F238E27FC236}">
                  <a16:creationId xmlns:a16="http://schemas.microsoft.com/office/drawing/2014/main" id="{E46EE8FB-248A-87F9-69FA-C788890A27CD}"/>
                </a:ext>
              </a:extLst>
            </p:cNvPr>
            <p:cNvSpPr/>
            <p:nvPr/>
          </p:nvSpPr>
          <p:spPr>
            <a:xfrm>
              <a:off x="5933806" y="5473034"/>
              <a:ext cx="710750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RCMD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6885EFB-960B-BA54-A217-FBFF0DA30AEA}"/>
              </a:ext>
            </a:extLst>
          </p:cNvPr>
          <p:cNvSpPr txBox="1"/>
          <p:nvPr/>
        </p:nvSpPr>
        <p:spPr>
          <a:xfrm>
            <a:off x="361676" y="283700"/>
            <a:ext cx="2353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Key:Defaul</a:t>
            </a:r>
            <a:r>
              <a:rPr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6DD324B-75CE-3C7C-19A2-8D3D8748CC82}"/>
              </a:ext>
            </a:extLst>
          </p:cNvPr>
          <p:cNvSpPr txBox="1"/>
          <p:nvPr/>
        </p:nvSpPr>
        <p:spPr>
          <a:xfrm>
            <a:off x="909566" y="967563"/>
            <a:ext cx="49279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デフォルト配置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</a:t>
            </a:r>
            <a:r>
              <a:rPr kumimoji="1"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と</a:t>
            </a:r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Win</a:t>
            </a:r>
            <a:r>
              <a:rPr kumimoji="1"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だけベースのキーを変更</a:t>
            </a:r>
            <a:endParaRPr lang="en-US" altLang="ja-JP" sz="2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042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202F-B29F-F764-B892-8B0B188F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D00C58A-CB0C-89F3-CA46-AF5F3CDC9CC9}"/>
              </a:ext>
            </a:extLst>
          </p:cNvPr>
          <p:cNvGrpSpPr/>
          <p:nvPr/>
        </p:nvGrpSpPr>
        <p:grpSpPr>
          <a:xfrm>
            <a:off x="974330" y="3038444"/>
            <a:ext cx="10243339" cy="3295826"/>
            <a:chOff x="569441" y="3369914"/>
            <a:chExt cx="7982829" cy="2568500"/>
          </a:xfrm>
        </p:grpSpPr>
        <p:sp>
          <p:nvSpPr>
            <p:cNvPr id="2" name="角丸四角形 5">
              <a:extLst>
                <a:ext uri="{FF2B5EF4-FFF2-40B4-BE49-F238E27FC236}">
                  <a16:creationId xmlns:a16="http://schemas.microsoft.com/office/drawing/2014/main" id="{F78D6267-AA04-302A-86F1-1F6050E806CB}"/>
                </a:ext>
              </a:extLst>
            </p:cNvPr>
            <p:cNvSpPr/>
            <p:nvPr/>
          </p:nvSpPr>
          <p:spPr>
            <a:xfrm>
              <a:off x="575542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" name="角丸四角形 6">
              <a:extLst>
                <a:ext uri="{FF2B5EF4-FFF2-40B4-BE49-F238E27FC236}">
                  <a16:creationId xmlns:a16="http://schemas.microsoft.com/office/drawing/2014/main" id="{48B48850-81F7-D787-C105-57BCE24A7D35}"/>
                </a:ext>
              </a:extLst>
            </p:cNvPr>
            <p:cNvSpPr/>
            <p:nvPr/>
          </p:nvSpPr>
          <p:spPr>
            <a:xfrm>
              <a:off x="1112123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F1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" name="角丸四角形 7">
              <a:extLst>
                <a:ext uri="{FF2B5EF4-FFF2-40B4-BE49-F238E27FC236}">
                  <a16:creationId xmlns:a16="http://schemas.microsoft.com/office/drawing/2014/main" id="{84E36470-64E3-1652-0109-4873C715003E}"/>
                </a:ext>
              </a:extLst>
            </p:cNvPr>
            <p:cNvSpPr/>
            <p:nvPr/>
          </p:nvSpPr>
          <p:spPr>
            <a:xfrm>
              <a:off x="1648704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F2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角丸四角形 8">
              <a:extLst>
                <a:ext uri="{FF2B5EF4-FFF2-40B4-BE49-F238E27FC236}">
                  <a16:creationId xmlns:a16="http://schemas.microsoft.com/office/drawing/2014/main" id="{E8569A9D-13E7-2B1B-AFFC-649FEC084EDE}"/>
                </a:ext>
              </a:extLst>
            </p:cNvPr>
            <p:cNvSpPr/>
            <p:nvPr/>
          </p:nvSpPr>
          <p:spPr>
            <a:xfrm>
              <a:off x="2185285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F3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角丸四角形 9">
              <a:extLst>
                <a:ext uri="{FF2B5EF4-FFF2-40B4-BE49-F238E27FC236}">
                  <a16:creationId xmlns:a16="http://schemas.microsoft.com/office/drawing/2014/main" id="{0D9EB16F-F23F-8F1A-2045-FE6D94CF85F1}"/>
                </a:ext>
              </a:extLst>
            </p:cNvPr>
            <p:cNvSpPr/>
            <p:nvPr/>
          </p:nvSpPr>
          <p:spPr>
            <a:xfrm>
              <a:off x="2721866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F4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角丸四角形 21">
              <a:extLst>
                <a:ext uri="{FF2B5EF4-FFF2-40B4-BE49-F238E27FC236}">
                  <a16:creationId xmlns:a16="http://schemas.microsoft.com/office/drawing/2014/main" id="{FAD8DA94-DF9D-9D3F-0B17-F27CFFB4613D}"/>
                </a:ext>
              </a:extLst>
            </p:cNvPr>
            <p:cNvSpPr/>
            <p:nvPr/>
          </p:nvSpPr>
          <p:spPr>
            <a:xfrm>
              <a:off x="1364212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BS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角丸四角形 22">
              <a:extLst>
                <a:ext uri="{FF2B5EF4-FFF2-40B4-BE49-F238E27FC236}">
                  <a16:creationId xmlns:a16="http://schemas.microsoft.com/office/drawing/2014/main" id="{25AB0223-62D9-0044-0AC3-DA0C99CF06EF}"/>
                </a:ext>
              </a:extLst>
            </p:cNvPr>
            <p:cNvSpPr/>
            <p:nvPr/>
          </p:nvSpPr>
          <p:spPr>
            <a:xfrm>
              <a:off x="1900793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Home	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9" name="角丸四角形 23">
              <a:extLst>
                <a:ext uri="{FF2B5EF4-FFF2-40B4-BE49-F238E27FC236}">
                  <a16:creationId xmlns:a16="http://schemas.microsoft.com/office/drawing/2014/main" id="{98CE98C1-9EDB-AF3B-7A07-CA23310C473B}"/>
                </a:ext>
              </a:extLst>
            </p:cNvPr>
            <p:cNvSpPr/>
            <p:nvPr/>
          </p:nvSpPr>
          <p:spPr>
            <a:xfrm>
              <a:off x="2437374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↑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" name="角丸四角形 24">
              <a:extLst>
                <a:ext uri="{FF2B5EF4-FFF2-40B4-BE49-F238E27FC236}">
                  <a16:creationId xmlns:a16="http://schemas.microsoft.com/office/drawing/2014/main" id="{86A60885-F536-19EE-9C4C-8DF707B9B3F3}"/>
                </a:ext>
              </a:extLst>
            </p:cNvPr>
            <p:cNvSpPr/>
            <p:nvPr/>
          </p:nvSpPr>
          <p:spPr>
            <a:xfrm>
              <a:off x="2973955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" name="角丸四角形 34">
              <a:extLst>
                <a:ext uri="{FF2B5EF4-FFF2-40B4-BE49-F238E27FC236}">
                  <a16:creationId xmlns:a16="http://schemas.microsoft.com/office/drawing/2014/main" id="{0686646F-C4FD-CDAA-A2F6-10AB6C9F37F0}"/>
                </a:ext>
              </a:extLst>
            </p:cNvPr>
            <p:cNvSpPr/>
            <p:nvPr/>
          </p:nvSpPr>
          <p:spPr>
            <a:xfrm>
              <a:off x="569441" y="3895694"/>
              <a:ext cx="72277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^Tab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" name="角丸四角形 35">
              <a:extLst>
                <a:ext uri="{FF2B5EF4-FFF2-40B4-BE49-F238E27FC236}">
                  <a16:creationId xmlns:a16="http://schemas.microsoft.com/office/drawing/2014/main" id="{B879D82E-9BF7-CDF2-4560-80192BC7CA35}"/>
                </a:ext>
              </a:extLst>
            </p:cNvPr>
            <p:cNvSpPr/>
            <p:nvPr/>
          </p:nvSpPr>
          <p:spPr>
            <a:xfrm>
              <a:off x="1547092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←</a:t>
              </a:r>
              <a:endParaRPr lang="en-US" altLang="ja-JP" sz="16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word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3" name="角丸四角形 36">
              <a:extLst>
                <a:ext uri="{FF2B5EF4-FFF2-40B4-BE49-F238E27FC236}">
                  <a16:creationId xmlns:a16="http://schemas.microsoft.com/office/drawing/2014/main" id="{54011284-9529-27DE-DA00-464FF94FF99D}"/>
                </a:ext>
              </a:extLst>
            </p:cNvPr>
            <p:cNvSpPr/>
            <p:nvPr/>
          </p:nvSpPr>
          <p:spPr>
            <a:xfrm>
              <a:off x="2083673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←</a:t>
              </a:r>
            </a:p>
          </p:txBody>
        </p:sp>
        <p:sp>
          <p:nvSpPr>
            <p:cNvPr id="14" name="角丸四角形 37">
              <a:extLst>
                <a:ext uri="{FF2B5EF4-FFF2-40B4-BE49-F238E27FC236}">
                  <a16:creationId xmlns:a16="http://schemas.microsoft.com/office/drawing/2014/main" id="{BCB86217-92D9-F4DC-9373-9B80C54309DA}"/>
                </a:ext>
              </a:extLst>
            </p:cNvPr>
            <p:cNvSpPr/>
            <p:nvPr/>
          </p:nvSpPr>
          <p:spPr>
            <a:xfrm>
              <a:off x="2620254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↓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角丸四角形 48">
              <a:extLst>
                <a:ext uri="{FF2B5EF4-FFF2-40B4-BE49-F238E27FC236}">
                  <a16:creationId xmlns:a16="http://schemas.microsoft.com/office/drawing/2014/main" id="{5BAF577A-4012-4C32-0C74-F9C4CE2E913F}"/>
                </a:ext>
              </a:extLst>
            </p:cNvPr>
            <p:cNvSpPr/>
            <p:nvPr/>
          </p:nvSpPr>
          <p:spPr>
            <a:xfrm>
              <a:off x="569441" y="4421474"/>
              <a:ext cx="905658" cy="46538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CAPS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6" name="角丸四角形 49">
              <a:extLst>
                <a:ext uri="{FF2B5EF4-FFF2-40B4-BE49-F238E27FC236}">
                  <a16:creationId xmlns:a16="http://schemas.microsoft.com/office/drawing/2014/main" id="{C8850307-B084-EFE4-84F3-35EB0C664F33}"/>
                </a:ext>
              </a:extLst>
            </p:cNvPr>
            <p:cNvSpPr/>
            <p:nvPr/>
          </p:nvSpPr>
          <p:spPr>
            <a:xfrm>
              <a:off x="1794537" y="4947254"/>
              <a:ext cx="464588" cy="465380"/>
            </a:xfrm>
            <a:prstGeom prst="round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Macro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Z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7" name="角丸四角形 50">
              <a:extLst>
                <a:ext uri="{FF2B5EF4-FFF2-40B4-BE49-F238E27FC236}">
                  <a16:creationId xmlns:a16="http://schemas.microsoft.com/office/drawing/2014/main" id="{5C22C32E-1B10-102D-E796-EB63545C0974}"/>
                </a:ext>
              </a:extLst>
            </p:cNvPr>
            <p:cNvSpPr/>
            <p:nvPr/>
          </p:nvSpPr>
          <p:spPr>
            <a:xfrm>
              <a:off x="2331118" y="4947254"/>
              <a:ext cx="464588" cy="465380"/>
            </a:xfrm>
            <a:prstGeom prst="round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Macro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X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8" name="角丸四角形 51">
              <a:extLst>
                <a:ext uri="{FF2B5EF4-FFF2-40B4-BE49-F238E27FC236}">
                  <a16:creationId xmlns:a16="http://schemas.microsoft.com/office/drawing/2014/main" id="{520FB12C-04EA-B317-BD5B-27AB3F5D0B71}"/>
                </a:ext>
              </a:extLst>
            </p:cNvPr>
            <p:cNvSpPr/>
            <p:nvPr/>
          </p:nvSpPr>
          <p:spPr>
            <a:xfrm>
              <a:off x="2867699" y="4947254"/>
              <a:ext cx="464588" cy="465380"/>
            </a:xfrm>
            <a:prstGeom prst="round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Trello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Copy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" name="角丸四角形 68">
              <a:extLst>
                <a:ext uri="{FF2B5EF4-FFF2-40B4-BE49-F238E27FC236}">
                  <a16:creationId xmlns:a16="http://schemas.microsoft.com/office/drawing/2014/main" id="{1ABD7577-592A-74D3-35E6-DCFCC2986243}"/>
                </a:ext>
              </a:extLst>
            </p:cNvPr>
            <p:cNvSpPr/>
            <p:nvPr/>
          </p:nvSpPr>
          <p:spPr>
            <a:xfrm>
              <a:off x="2727795" y="5473034"/>
              <a:ext cx="3135639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SPACE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3" name="角丸四角形 10">
              <a:extLst>
                <a:ext uri="{FF2B5EF4-FFF2-40B4-BE49-F238E27FC236}">
                  <a16:creationId xmlns:a16="http://schemas.microsoft.com/office/drawing/2014/main" id="{AB95C805-13EC-45C1-5CEF-EB710B4B2E06}"/>
                </a:ext>
              </a:extLst>
            </p:cNvPr>
            <p:cNvSpPr/>
            <p:nvPr/>
          </p:nvSpPr>
          <p:spPr>
            <a:xfrm>
              <a:off x="3258447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F5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4" name="角丸四角形 11">
              <a:extLst>
                <a:ext uri="{FF2B5EF4-FFF2-40B4-BE49-F238E27FC236}">
                  <a16:creationId xmlns:a16="http://schemas.microsoft.com/office/drawing/2014/main" id="{6F59D245-59FF-44F1-C5AB-99816597C116}"/>
                </a:ext>
              </a:extLst>
            </p:cNvPr>
            <p:cNvSpPr/>
            <p:nvPr/>
          </p:nvSpPr>
          <p:spPr>
            <a:xfrm>
              <a:off x="3795028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F6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5" name="角丸四角形 12">
              <a:extLst>
                <a:ext uri="{FF2B5EF4-FFF2-40B4-BE49-F238E27FC236}">
                  <a16:creationId xmlns:a16="http://schemas.microsoft.com/office/drawing/2014/main" id="{F9751032-4697-2C6B-E781-2276D8CC80BB}"/>
                </a:ext>
              </a:extLst>
            </p:cNvPr>
            <p:cNvSpPr/>
            <p:nvPr/>
          </p:nvSpPr>
          <p:spPr>
            <a:xfrm>
              <a:off x="4331609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F7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角丸四角形 13">
              <a:extLst>
                <a:ext uri="{FF2B5EF4-FFF2-40B4-BE49-F238E27FC236}">
                  <a16:creationId xmlns:a16="http://schemas.microsoft.com/office/drawing/2014/main" id="{B07BE79C-8241-4654-3416-EB304FEA28CF}"/>
                </a:ext>
              </a:extLst>
            </p:cNvPr>
            <p:cNvSpPr/>
            <p:nvPr/>
          </p:nvSpPr>
          <p:spPr>
            <a:xfrm>
              <a:off x="4868190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F8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7" name="角丸四角形 14">
              <a:extLst>
                <a:ext uri="{FF2B5EF4-FFF2-40B4-BE49-F238E27FC236}">
                  <a16:creationId xmlns:a16="http://schemas.microsoft.com/office/drawing/2014/main" id="{85E5E76C-4095-6772-45A4-DBC7DB51F5FA}"/>
                </a:ext>
              </a:extLst>
            </p:cNvPr>
            <p:cNvSpPr/>
            <p:nvPr/>
          </p:nvSpPr>
          <p:spPr>
            <a:xfrm>
              <a:off x="5404771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F9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8" name="角丸四角形 15">
              <a:extLst>
                <a:ext uri="{FF2B5EF4-FFF2-40B4-BE49-F238E27FC236}">
                  <a16:creationId xmlns:a16="http://schemas.microsoft.com/office/drawing/2014/main" id="{3EC0CAB5-CD59-3E0F-D4BE-CAF36D35130A}"/>
                </a:ext>
              </a:extLst>
            </p:cNvPr>
            <p:cNvSpPr/>
            <p:nvPr/>
          </p:nvSpPr>
          <p:spPr>
            <a:xfrm>
              <a:off x="5941352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F10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9" name="角丸四角形 16">
              <a:extLst>
                <a:ext uri="{FF2B5EF4-FFF2-40B4-BE49-F238E27FC236}">
                  <a16:creationId xmlns:a16="http://schemas.microsoft.com/office/drawing/2014/main" id="{6FFE9561-3BB4-7B4B-8D4F-0C659DC11971}"/>
                </a:ext>
              </a:extLst>
            </p:cNvPr>
            <p:cNvSpPr/>
            <p:nvPr/>
          </p:nvSpPr>
          <p:spPr>
            <a:xfrm>
              <a:off x="6477933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F11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0" name="角丸四角形 17">
              <a:extLst>
                <a:ext uri="{FF2B5EF4-FFF2-40B4-BE49-F238E27FC236}">
                  <a16:creationId xmlns:a16="http://schemas.microsoft.com/office/drawing/2014/main" id="{CCDD433E-8FBD-8886-56EA-FEDA5BFFCB3C}"/>
                </a:ext>
              </a:extLst>
            </p:cNvPr>
            <p:cNvSpPr/>
            <p:nvPr/>
          </p:nvSpPr>
          <p:spPr>
            <a:xfrm>
              <a:off x="7014514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F12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1" name="角丸四角形 18">
              <a:extLst>
                <a:ext uri="{FF2B5EF4-FFF2-40B4-BE49-F238E27FC236}">
                  <a16:creationId xmlns:a16="http://schemas.microsoft.com/office/drawing/2014/main" id="{94494DB8-2E42-6A44-32DA-D4D19A76D8AF}"/>
                </a:ext>
              </a:extLst>
            </p:cNvPr>
            <p:cNvSpPr/>
            <p:nvPr/>
          </p:nvSpPr>
          <p:spPr>
            <a:xfrm>
              <a:off x="7551095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Clip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Log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2" name="角丸四角形 19">
              <a:extLst>
                <a:ext uri="{FF2B5EF4-FFF2-40B4-BE49-F238E27FC236}">
                  <a16:creationId xmlns:a16="http://schemas.microsoft.com/office/drawing/2014/main" id="{B3BECBAB-A911-FC64-7E57-6D37D7CEDD7A}"/>
                </a:ext>
              </a:extLst>
            </p:cNvPr>
            <p:cNvSpPr/>
            <p:nvPr/>
          </p:nvSpPr>
          <p:spPr>
            <a:xfrm>
              <a:off x="8087682" y="336991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Yu Gothic UI" panose="020B0500000000000000" pitchFamily="50" charset="-128"/>
                  <a:cs typeface="Cascadia Code" panose="020B0609020000020004" pitchFamily="49" charset="0"/>
                </a:rPr>
                <a:t>IME|</a:t>
              </a:r>
            </a:p>
            <a:p>
              <a:pPr algn="ctr"/>
              <a:r>
                <a:rPr lang="ja-JP" altLang="en-US" sz="1200">
                  <a:solidFill>
                    <a:schemeClr val="bg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  <a:cs typeface="Cascadia Code" panose="020B0609020000020004" pitchFamily="49" charset="0"/>
                </a:rPr>
                <a:t>後列消</a:t>
              </a:r>
            </a:p>
          </p:txBody>
        </p:sp>
        <p:sp>
          <p:nvSpPr>
            <p:cNvPr id="33" name="角丸四角形 25">
              <a:extLst>
                <a:ext uri="{FF2B5EF4-FFF2-40B4-BE49-F238E27FC236}">
                  <a16:creationId xmlns:a16="http://schemas.microsoft.com/office/drawing/2014/main" id="{40D6D5BE-76E9-96AD-A0EA-5A2204885E66}"/>
                </a:ext>
              </a:extLst>
            </p:cNvPr>
            <p:cNvSpPr/>
            <p:nvPr/>
          </p:nvSpPr>
          <p:spPr>
            <a:xfrm>
              <a:off x="3510536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Return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4" name="角丸四角形 26">
              <a:extLst>
                <a:ext uri="{FF2B5EF4-FFF2-40B4-BE49-F238E27FC236}">
                  <a16:creationId xmlns:a16="http://schemas.microsoft.com/office/drawing/2014/main" id="{CDCDB5B9-8B03-5FFC-0413-1F876BF15464}"/>
                </a:ext>
              </a:extLst>
            </p:cNvPr>
            <p:cNvSpPr/>
            <p:nvPr/>
          </p:nvSpPr>
          <p:spPr>
            <a:xfrm>
              <a:off x="4047117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PgUp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5" name="角丸四角形 27">
              <a:extLst>
                <a:ext uri="{FF2B5EF4-FFF2-40B4-BE49-F238E27FC236}">
                  <a16:creationId xmlns:a16="http://schemas.microsoft.com/office/drawing/2014/main" id="{CD89B438-7AF8-8C1D-CAC3-600B1B8565D7}"/>
                </a:ext>
              </a:extLst>
            </p:cNvPr>
            <p:cNvSpPr/>
            <p:nvPr/>
          </p:nvSpPr>
          <p:spPr>
            <a:xfrm>
              <a:off x="4583698" y="389569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7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6" name="角丸四角形 28">
              <a:extLst>
                <a:ext uri="{FF2B5EF4-FFF2-40B4-BE49-F238E27FC236}">
                  <a16:creationId xmlns:a16="http://schemas.microsoft.com/office/drawing/2014/main" id="{A17A4E8C-5AFD-CAE7-89D3-5313105A6342}"/>
                </a:ext>
              </a:extLst>
            </p:cNvPr>
            <p:cNvSpPr/>
            <p:nvPr/>
          </p:nvSpPr>
          <p:spPr>
            <a:xfrm>
              <a:off x="5120279" y="389569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8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7" name="角丸四角形 29">
              <a:extLst>
                <a:ext uri="{FF2B5EF4-FFF2-40B4-BE49-F238E27FC236}">
                  <a16:creationId xmlns:a16="http://schemas.microsoft.com/office/drawing/2014/main" id="{F59DE587-E752-D4DB-C0EB-3C5C4FBEAF63}"/>
                </a:ext>
              </a:extLst>
            </p:cNvPr>
            <p:cNvSpPr/>
            <p:nvPr/>
          </p:nvSpPr>
          <p:spPr>
            <a:xfrm>
              <a:off x="5656860" y="389569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9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8" name="角丸四角形 30">
              <a:extLst>
                <a:ext uri="{FF2B5EF4-FFF2-40B4-BE49-F238E27FC236}">
                  <a16:creationId xmlns:a16="http://schemas.microsoft.com/office/drawing/2014/main" id="{8D91B4DB-9F11-09BC-0F76-74BFF5F5B762}"/>
                </a:ext>
              </a:extLst>
            </p:cNvPr>
            <p:cNvSpPr/>
            <p:nvPr/>
          </p:nvSpPr>
          <p:spPr>
            <a:xfrm>
              <a:off x="6193441" y="389569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Print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screen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9" name="角丸四角形 31">
              <a:extLst>
                <a:ext uri="{FF2B5EF4-FFF2-40B4-BE49-F238E27FC236}">
                  <a16:creationId xmlns:a16="http://schemas.microsoft.com/office/drawing/2014/main" id="{6AD693E5-838C-98A5-00D0-1E17C58622A7}"/>
                </a:ext>
              </a:extLst>
            </p:cNvPr>
            <p:cNvSpPr/>
            <p:nvPr/>
          </p:nvSpPr>
          <p:spPr>
            <a:xfrm>
              <a:off x="6730022" y="3895694"/>
              <a:ext cx="464588" cy="465380"/>
            </a:xfrm>
            <a:prstGeom prst="round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Macro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BRL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0" name="角丸四角形 32">
              <a:extLst>
                <a:ext uri="{FF2B5EF4-FFF2-40B4-BE49-F238E27FC236}">
                  <a16:creationId xmlns:a16="http://schemas.microsoft.com/office/drawing/2014/main" id="{76FA3A85-BAE7-2925-4FCF-89A9EA4E0973}"/>
                </a:ext>
              </a:extLst>
            </p:cNvPr>
            <p:cNvSpPr/>
            <p:nvPr/>
          </p:nvSpPr>
          <p:spPr>
            <a:xfrm>
              <a:off x="7266603" y="3895694"/>
              <a:ext cx="464588" cy="465380"/>
            </a:xfrm>
            <a:prstGeom prst="round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Macro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BRR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1" name="角丸四角形 33">
              <a:extLst>
                <a:ext uri="{FF2B5EF4-FFF2-40B4-BE49-F238E27FC236}">
                  <a16:creationId xmlns:a16="http://schemas.microsoft.com/office/drawing/2014/main" id="{482DDCCC-1190-7241-724B-5F05F1BBAA24}"/>
                </a:ext>
              </a:extLst>
            </p:cNvPr>
            <p:cNvSpPr/>
            <p:nvPr/>
          </p:nvSpPr>
          <p:spPr>
            <a:xfrm>
              <a:off x="7803185" y="3895694"/>
              <a:ext cx="749085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1600">
                  <a:solidFill>
                    <a:schemeClr val="bg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  <a:cs typeface="Cascadia Code" panose="020B0609020000020004" pitchFamily="49" charset="0"/>
                </a:rPr>
                <a:t>前列消</a:t>
              </a:r>
            </a:p>
          </p:txBody>
        </p:sp>
        <p:sp>
          <p:nvSpPr>
            <p:cNvPr id="42" name="角丸四角形 38">
              <a:extLst>
                <a:ext uri="{FF2B5EF4-FFF2-40B4-BE49-F238E27FC236}">
                  <a16:creationId xmlns:a16="http://schemas.microsoft.com/office/drawing/2014/main" id="{41BAFA04-EFD1-B3EF-6C48-622DCBB99FEF}"/>
                </a:ext>
              </a:extLst>
            </p:cNvPr>
            <p:cNvSpPr/>
            <p:nvPr/>
          </p:nvSpPr>
          <p:spPr>
            <a:xfrm>
              <a:off x="3156835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 u="sng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</a:t>
              </a:r>
              <a:endParaRPr lang="ja-JP" altLang="en-US" sz="16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3" name="角丸四角形 39">
              <a:extLst>
                <a:ext uri="{FF2B5EF4-FFF2-40B4-BE49-F238E27FC236}">
                  <a16:creationId xmlns:a16="http://schemas.microsoft.com/office/drawing/2014/main" id="{C5BF9C25-7D65-0470-020A-845BA8645D5A}"/>
                </a:ext>
              </a:extLst>
            </p:cNvPr>
            <p:cNvSpPr/>
            <p:nvPr/>
          </p:nvSpPr>
          <p:spPr>
            <a:xfrm>
              <a:off x="3693416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4" name="角丸四角形 40">
              <a:extLst>
                <a:ext uri="{FF2B5EF4-FFF2-40B4-BE49-F238E27FC236}">
                  <a16:creationId xmlns:a16="http://schemas.microsoft.com/office/drawing/2014/main" id="{5CA9BF27-88D8-1CB7-C0A0-9D75477A2B3B}"/>
                </a:ext>
              </a:extLst>
            </p:cNvPr>
            <p:cNvSpPr/>
            <p:nvPr/>
          </p:nvSpPr>
          <p:spPr>
            <a:xfrm>
              <a:off x="4229997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BS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5" name="角丸四角形 41">
              <a:extLst>
                <a:ext uri="{FF2B5EF4-FFF2-40B4-BE49-F238E27FC236}">
                  <a16:creationId xmlns:a16="http://schemas.microsoft.com/office/drawing/2014/main" id="{E02E3457-6894-D68A-136E-29E35F501105}"/>
                </a:ext>
              </a:extLst>
            </p:cNvPr>
            <p:cNvSpPr/>
            <p:nvPr/>
          </p:nvSpPr>
          <p:spPr>
            <a:xfrm>
              <a:off x="4766578" y="442147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 u="sng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ja-JP" altLang="en-US" sz="16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6" name="角丸四角形 42">
              <a:extLst>
                <a:ext uri="{FF2B5EF4-FFF2-40B4-BE49-F238E27FC236}">
                  <a16:creationId xmlns:a16="http://schemas.microsoft.com/office/drawing/2014/main" id="{91E8BCE3-07F0-8F67-6B42-B10A016A14C1}"/>
                </a:ext>
              </a:extLst>
            </p:cNvPr>
            <p:cNvSpPr/>
            <p:nvPr/>
          </p:nvSpPr>
          <p:spPr>
            <a:xfrm>
              <a:off x="5303159" y="442147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7" name="角丸四角形 43">
              <a:extLst>
                <a:ext uri="{FF2B5EF4-FFF2-40B4-BE49-F238E27FC236}">
                  <a16:creationId xmlns:a16="http://schemas.microsoft.com/office/drawing/2014/main" id="{FAC4A85A-F9C8-75AA-80D2-AC54F09A34A6}"/>
                </a:ext>
              </a:extLst>
            </p:cNvPr>
            <p:cNvSpPr/>
            <p:nvPr/>
          </p:nvSpPr>
          <p:spPr>
            <a:xfrm>
              <a:off x="5839740" y="442147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8" name="角丸四角形 44">
              <a:extLst>
                <a:ext uri="{FF2B5EF4-FFF2-40B4-BE49-F238E27FC236}">
                  <a16:creationId xmlns:a16="http://schemas.microsoft.com/office/drawing/2014/main" id="{3EA017B6-437A-412A-F8E7-375B5CB9D305}"/>
                </a:ext>
              </a:extLst>
            </p:cNvPr>
            <p:cNvSpPr/>
            <p:nvPr/>
          </p:nvSpPr>
          <p:spPr>
            <a:xfrm>
              <a:off x="6376321" y="4421474"/>
              <a:ext cx="464588" cy="465380"/>
            </a:xfrm>
            <a:prstGeom prst="round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Macro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SMC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9" name="角丸四角形 45">
              <a:extLst>
                <a:ext uri="{FF2B5EF4-FFF2-40B4-BE49-F238E27FC236}">
                  <a16:creationId xmlns:a16="http://schemas.microsoft.com/office/drawing/2014/main" id="{B1FBCBEE-928B-395A-702A-87B348379F63}"/>
                </a:ext>
              </a:extLst>
            </p:cNvPr>
            <p:cNvSpPr/>
            <p:nvPr/>
          </p:nvSpPr>
          <p:spPr>
            <a:xfrm>
              <a:off x="6912902" y="442147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*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0" name="角丸四角形 46">
              <a:extLst>
                <a:ext uri="{FF2B5EF4-FFF2-40B4-BE49-F238E27FC236}">
                  <a16:creationId xmlns:a16="http://schemas.microsoft.com/office/drawing/2014/main" id="{C391097C-9B9A-035F-3C88-C186A896A255}"/>
                </a:ext>
              </a:extLst>
            </p:cNvPr>
            <p:cNvSpPr/>
            <p:nvPr/>
          </p:nvSpPr>
          <p:spPr>
            <a:xfrm>
              <a:off x="7449483" y="4421474"/>
              <a:ext cx="1102786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^return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1" name="角丸四角形 52">
              <a:extLst>
                <a:ext uri="{FF2B5EF4-FFF2-40B4-BE49-F238E27FC236}">
                  <a16:creationId xmlns:a16="http://schemas.microsoft.com/office/drawing/2014/main" id="{4529034F-25C4-A451-A8A9-855A21FDD321}"/>
                </a:ext>
              </a:extLst>
            </p:cNvPr>
            <p:cNvSpPr/>
            <p:nvPr/>
          </p:nvSpPr>
          <p:spPr>
            <a:xfrm>
              <a:off x="3404280" y="4947254"/>
              <a:ext cx="464588" cy="465380"/>
            </a:xfrm>
            <a:prstGeom prst="round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Trello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Paste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2" name="角丸四角形 53">
              <a:extLst>
                <a:ext uri="{FF2B5EF4-FFF2-40B4-BE49-F238E27FC236}">
                  <a16:creationId xmlns:a16="http://schemas.microsoft.com/office/drawing/2014/main" id="{746B02FC-0D0D-A8E8-D902-A53C025DBB82}"/>
                </a:ext>
              </a:extLst>
            </p:cNvPr>
            <p:cNvSpPr/>
            <p:nvPr/>
          </p:nvSpPr>
          <p:spPr>
            <a:xfrm>
              <a:off x="3940861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PgDn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3" name="角丸四角形 54">
              <a:extLst>
                <a:ext uri="{FF2B5EF4-FFF2-40B4-BE49-F238E27FC236}">
                  <a16:creationId xmlns:a16="http://schemas.microsoft.com/office/drawing/2014/main" id="{3444D65B-6A82-DFE2-8246-055645DE074C}"/>
                </a:ext>
              </a:extLst>
            </p:cNvPr>
            <p:cNvSpPr/>
            <p:nvPr/>
          </p:nvSpPr>
          <p:spPr>
            <a:xfrm>
              <a:off x="4477442" y="494725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4" name="角丸四角形 55">
              <a:extLst>
                <a:ext uri="{FF2B5EF4-FFF2-40B4-BE49-F238E27FC236}">
                  <a16:creationId xmlns:a16="http://schemas.microsoft.com/office/drawing/2014/main" id="{C431ED44-B941-E5F4-CD3A-73F3D78789B0}"/>
                </a:ext>
              </a:extLst>
            </p:cNvPr>
            <p:cNvSpPr/>
            <p:nvPr/>
          </p:nvSpPr>
          <p:spPr>
            <a:xfrm>
              <a:off x="5014023" y="494725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5" name="角丸四角形 56">
              <a:extLst>
                <a:ext uri="{FF2B5EF4-FFF2-40B4-BE49-F238E27FC236}">
                  <a16:creationId xmlns:a16="http://schemas.microsoft.com/office/drawing/2014/main" id="{A548E34B-2E9D-10A2-8F12-0AF82CD89844}"/>
                </a:ext>
              </a:extLst>
            </p:cNvPr>
            <p:cNvSpPr/>
            <p:nvPr/>
          </p:nvSpPr>
          <p:spPr>
            <a:xfrm>
              <a:off x="5550604" y="494725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6" name="角丸四角形 57">
              <a:extLst>
                <a:ext uri="{FF2B5EF4-FFF2-40B4-BE49-F238E27FC236}">
                  <a16:creationId xmlns:a16="http://schemas.microsoft.com/office/drawing/2014/main" id="{5C972F60-0761-B515-F134-2E8E26B56AD1}"/>
                </a:ext>
              </a:extLst>
            </p:cNvPr>
            <p:cNvSpPr/>
            <p:nvPr/>
          </p:nvSpPr>
          <p:spPr>
            <a:xfrm>
              <a:off x="6087185" y="4947254"/>
              <a:ext cx="464588" cy="465380"/>
            </a:xfrm>
            <a:prstGeom prst="roundRect">
              <a:avLst/>
            </a:prstGeom>
            <a:solidFill>
              <a:schemeClr val="accent3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7" name="角丸四角形 58">
              <a:extLst>
                <a:ext uri="{FF2B5EF4-FFF2-40B4-BE49-F238E27FC236}">
                  <a16:creationId xmlns:a16="http://schemas.microsoft.com/office/drawing/2014/main" id="{9281EE22-2A4E-39FF-FF09-F17BFF4DF619}"/>
                </a:ext>
              </a:extLst>
            </p:cNvPr>
            <p:cNvSpPr/>
            <p:nvPr/>
          </p:nvSpPr>
          <p:spPr>
            <a:xfrm>
              <a:off x="6623766" y="4947254"/>
              <a:ext cx="464588" cy="46538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Dash</a:t>
              </a:r>
            </a:p>
            <a:p>
              <a:pPr algn="ctr"/>
              <a:r>
                <a:rPr lang="en-US" altLang="ja-JP" sz="12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board</a:t>
              </a:r>
              <a:endParaRPr lang="ja-JP" altLang="en-US" sz="12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1" name="角丸四角形 69">
              <a:extLst>
                <a:ext uri="{FF2B5EF4-FFF2-40B4-BE49-F238E27FC236}">
                  <a16:creationId xmlns:a16="http://schemas.microsoft.com/office/drawing/2014/main" id="{8C23C580-BD92-94C0-B8C0-51F442D85B1F}"/>
                </a:ext>
              </a:extLst>
            </p:cNvPr>
            <p:cNvSpPr/>
            <p:nvPr/>
          </p:nvSpPr>
          <p:spPr>
            <a:xfrm>
              <a:off x="5933806" y="5473034"/>
              <a:ext cx="710750" cy="46538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1600">
                  <a:solidFill>
                    <a:schemeClr val="bg1"/>
                  </a:solidFill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RCMD</a:t>
              </a:r>
              <a:endPara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2A95151C-C705-55DF-2339-0507677F86FD}"/>
              </a:ext>
            </a:extLst>
          </p:cNvPr>
          <p:cNvSpPr txBox="1"/>
          <p:nvPr/>
        </p:nvSpPr>
        <p:spPr>
          <a:xfrm>
            <a:off x="361676" y="283700"/>
            <a:ext cx="2353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Key:Layer-2</a:t>
            </a:r>
            <a:endParaRPr lang="en-US" altLang="ja-JP" sz="2800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FAB55CF-D9BF-BAC8-8634-F8EE42EE1EEE}"/>
              </a:ext>
            </a:extLst>
          </p:cNvPr>
          <p:cNvSpPr txBox="1"/>
          <p:nvPr/>
        </p:nvSpPr>
        <p:spPr>
          <a:xfrm>
            <a:off x="909566" y="967563"/>
            <a:ext cx="64203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RCMD | CAPS 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Shift</a:t>
            </a:r>
            <a:r>
              <a:rPr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押しでマクロ編集</a:t>
            </a:r>
            <a:endParaRPr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TrelloAPI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を利用した端末跨ぎのクリップボード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テンキー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72" name="角丸四角形 32">
            <a:extLst>
              <a:ext uri="{FF2B5EF4-FFF2-40B4-BE49-F238E27FC236}">
                <a16:creationId xmlns:a16="http://schemas.microsoft.com/office/drawing/2014/main" id="{3EDFAE09-F4CD-181C-3F66-48F47915381D}"/>
              </a:ext>
            </a:extLst>
          </p:cNvPr>
          <p:cNvSpPr/>
          <p:nvPr/>
        </p:nvSpPr>
        <p:spPr>
          <a:xfrm>
            <a:off x="1419179" y="1444389"/>
            <a:ext cx="238522" cy="238928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3" name="角丸四角形 32">
            <a:extLst>
              <a:ext uri="{FF2B5EF4-FFF2-40B4-BE49-F238E27FC236}">
                <a16:creationId xmlns:a16="http://schemas.microsoft.com/office/drawing/2014/main" id="{1B5EB635-95D5-76FE-BF6D-C431ED3A592F}"/>
              </a:ext>
            </a:extLst>
          </p:cNvPr>
          <p:cNvSpPr/>
          <p:nvPr/>
        </p:nvSpPr>
        <p:spPr>
          <a:xfrm>
            <a:off x="1419179" y="1814463"/>
            <a:ext cx="238522" cy="238928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角丸四角形 32">
            <a:extLst>
              <a:ext uri="{FF2B5EF4-FFF2-40B4-BE49-F238E27FC236}">
                <a16:creationId xmlns:a16="http://schemas.microsoft.com/office/drawing/2014/main" id="{462B13D2-0894-8DB5-AB5E-602CA3E55DCC}"/>
              </a:ext>
            </a:extLst>
          </p:cNvPr>
          <p:cNvSpPr/>
          <p:nvPr/>
        </p:nvSpPr>
        <p:spPr>
          <a:xfrm>
            <a:off x="1419179" y="2179545"/>
            <a:ext cx="238522" cy="238928"/>
          </a:xfrm>
          <a:prstGeom prst="roundRect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064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E16D-E801-1DD3-6E14-B572D520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756B3FB5-F3AC-AF03-9AF4-11AFADA38BC0}"/>
              </a:ext>
            </a:extLst>
          </p:cNvPr>
          <p:cNvSpPr txBox="1"/>
          <p:nvPr/>
        </p:nvSpPr>
        <p:spPr>
          <a:xfrm>
            <a:off x="361676" y="283700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Key:Functions</a:t>
            </a:r>
            <a:endParaRPr lang="en-US" altLang="ja-JP" sz="2800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CEC8571-1F60-DE12-D597-8C98D3CCF031}"/>
              </a:ext>
            </a:extLst>
          </p:cNvPr>
          <p:cNvSpPr txBox="1"/>
          <p:nvPr/>
        </p:nvSpPr>
        <p:spPr>
          <a:xfrm>
            <a:off x="909566" y="967563"/>
            <a:ext cx="2916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CAPS &amp; ALT 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</a:t>
            </a: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A64E0E68-E8D4-8A9F-79FD-15F7A5F7A0A9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角丸四角形 7">
            <a:extLst>
              <a:ext uri="{FF2B5EF4-FFF2-40B4-BE49-F238E27FC236}">
                <a16:creationId xmlns:a16="http://schemas.microsoft.com/office/drawing/2014/main" id="{0CD37F54-CD91-B1B4-23F8-9BA340B3AB8E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角丸四角形 8">
            <a:extLst>
              <a:ext uri="{FF2B5EF4-FFF2-40B4-BE49-F238E27FC236}">
                <a16:creationId xmlns:a16="http://schemas.microsoft.com/office/drawing/2014/main" id="{9EB5A094-FBF4-74D7-6242-D2394A5AB322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角丸四角形 9">
            <a:extLst>
              <a:ext uri="{FF2B5EF4-FFF2-40B4-BE49-F238E27FC236}">
                <a16:creationId xmlns:a16="http://schemas.microsoft.com/office/drawing/2014/main" id="{4C60BA30-8820-CCE5-9FF9-CFCEC30E37E3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角丸四角形 21">
            <a:extLst>
              <a:ext uri="{FF2B5EF4-FFF2-40B4-BE49-F238E27FC236}">
                <a16:creationId xmlns:a16="http://schemas.microsoft.com/office/drawing/2014/main" id="{7CC02FD2-1467-32C5-6C71-8BC2D37A7E5F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Vol</a:t>
            </a:r>
          </a:p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Up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4" name="角丸四角形 22">
            <a:extLst>
              <a:ext uri="{FF2B5EF4-FFF2-40B4-BE49-F238E27FC236}">
                <a16:creationId xmlns:a16="http://schemas.microsoft.com/office/drawing/2014/main" id="{8D64BC49-B083-F39B-50BB-F535C9232947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角丸四角形 23">
            <a:extLst>
              <a:ext uri="{FF2B5EF4-FFF2-40B4-BE49-F238E27FC236}">
                <a16:creationId xmlns:a16="http://schemas.microsoft.com/office/drawing/2014/main" id="{8D838B73-1592-15E3-5A65-7E29AEC9D4A1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8" name="角丸四角形 24">
            <a:extLst>
              <a:ext uri="{FF2B5EF4-FFF2-40B4-BE49-F238E27FC236}">
                <a16:creationId xmlns:a16="http://schemas.microsoft.com/office/drawing/2014/main" id="{4CEFF6ED-B56F-D06D-99EF-7E0C7D3019E7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05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Explorer</a:t>
            </a:r>
          </a:p>
          <a:p>
            <a:pPr algn="ctr"/>
            <a:r>
              <a:rPr lang="en-US" altLang="ja-JP" sz="105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Restart</a:t>
            </a:r>
            <a:endParaRPr lang="ja-JP" altLang="en-US" sz="105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0" name="角丸四角形 35">
            <a:extLst>
              <a:ext uri="{FF2B5EF4-FFF2-40B4-BE49-F238E27FC236}">
                <a16:creationId xmlns:a16="http://schemas.microsoft.com/office/drawing/2014/main" id="{4A46028D-85F6-9A8A-DB69-41A20B9DE748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Vol</a:t>
            </a:r>
          </a:p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Down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1" name="角丸四角形 36">
            <a:extLst>
              <a:ext uri="{FF2B5EF4-FFF2-40B4-BE49-F238E27FC236}">
                <a16:creationId xmlns:a16="http://schemas.microsoft.com/office/drawing/2014/main" id="{5AD48D03-76BB-3463-704E-96CB959FFBE0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Screen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Capture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5" name="角丸四角形 37">
            <a:extLst>
              <a:ext uri="{FF2B5EF4-FFF2-40B4-BE49-F238E27FC236}">
                <a16:creationId xmlns:a16="http://schemas.microsoft.com/office/drawing/2014/main" id="{6FED34B6-BD7A-1447-5513-7A792A49110D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DL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6" name="角丸四角形 48">
            <a:extLst>
              <a:ext uri="{FF2B5EF4-FFF2-40B4-BE49-F238E27FC236}">
                <a16:creationId xmlns:a16="http://schemas.microsoft.com/office/drawing/2014/main" id="{442B3483-0DC6-2B66-2A25-E75FE1F2EF9C}"/>
              </a:ext>
            </a:extLst>
          </p:cNvPr>
          <p:cNvSpPr/>
          <p:nvPr/>
        </p:nvSpPr>
        <p:spPr>
          <a:xfrm>
            <a:off x="974330" y="4387776"/>
            <a:ext cx="1162115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CAPS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7" name="角丸四角形 49">
            <a:extLst>
              <a:ext uri="{FF2B5EF4-FFF2-40B4-BE49-F238E27FC236}">
                <a16:creationId xmlns:a16="http://schemas.microsoft.com/office/drawing/2014/main" id="{84090053-BFA0-A260-9730-6B684823512F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8" name="角丸四角形 50">
            <a:extLst>
              <a:ext uri="{FF2B5EF4-FFF2-40B4-BE49-F238E27FC236}">
                <a16:creationId xmlns:a16="http://schemas.microsoft.com/office/drawing/2014/main" id="{A92DBD4A-1D00-27A9-191D-CB52164D213E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9" name="角丸四角形 51">
            <a:extLst>
              <a:ext uri="{FF2B5EF4-FFF2-40B4-BE49-F238E27FC236}">
                <a16:creationId xmlns:a16="http://schemas.microsoft.com/office/drawing/2014/main" id="{5EBC0444-35A9-7E7A-F176-299B8DD4A1F2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1" name="角丸四角形 62">
            <a:extLst>
              <a:ext uri="{FF2B5EF4-FFF2-40B4-BE49-F238E27FC236}">
                <a16:creationId xmlns:a16="http://schemas.microsoft.com/office/drawing/2014/main" id="{575B4C8A-6708-39AB-B1E4-77C9E61ED7D4}"/>
              </a:ext>
            </a:extLst>
          </p:cNvPr>
          <p:cNvSpPr/>
          <p:nvPr/>
        </p:nvSpPr>
        <p:spPr>
          <a:xfrm>
            <a:off x="1997731" y="5737108"/>
            <a:ext cx="596146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Alt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4" name="角丸四角形 10">
            <a:extLst>
              <a:ext uri="{FF2B5EF4-FFF2-40B4-BE49-F238E27FC236}">
                <a16:creationId xmlns:a16="http://schemas.microsoft.com/office/drawing/2014/main" id="{0883E262-8E12-1B68-529C-CE9A67B0C5B8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角丸四角形 11">
            <a:extLst>
              <a:ext uri="{FF2B5EF4-FFF2-40B4-BE49-F238E27FC236}">
                <a16:creationId xmlns:a16="http://schemas.microsoft.com/office/drawing/2014/main" id="{A3C5CB92-99FA-52AA-B830-1C1968490B41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6" name="角丸四角形 12">
            <a:extLst>
              <a:ext uri="{FF2B5EF4-FFF2-40B4-BE49-F238E27FC236}">
                <a16:creationId xmlns:a16="http://schemas.microsoft.com/office/drawing/2014/main" id="{64CC68B6-C5E2-8DBB-73D7-AC1122CA7BF2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7" name="角丸四角形 13">
            <a:extLst>
              <a:ext uri="{FF2B5EF4-FFF2-40B4-BE49-F238E27FC236}">
                <a16:creationId xmlns:a16="http://schemas.microsoft.com/office/drawing/2014/main" id="{31B473E9-DC90-FC1E-5749-7DFF634F2D89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8" name="角丸四角形 14">
            <a:extLst>
              <a:ext uri="{FF2B5EF4-FFF2-40B4-BE49-F238E27FC236}">
                <a16:creationId xmlns:a16="http://schemas.microsoft.com/office/drawing/2014/main" id="{2489A15C-1583-3C14-5C77-5E3547B3A4EA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9" name="角丸四角形 15">
            <a:extLst>
              <a:ext uri="{FF2B5EF4-FFF2-40B4-BE49-F238E27FC236}">
                <a16:creationId xmlns:a16="http://schemas.microsoft.com/office/drawing/2014/main" id="{C165E7B7-A9DA-0040-64EA-71C81BF11A5C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0" name="角丸四角形 16">
            <a:extLst>
              <a:ext uri="{FF2B5EF4-FFF2-40B4-BE49-F238E27FC236}">
                <a16:creationId xmlns:a16="http://schemas.microsoft.com/office/drawing/2014/main" id="{0AE3FC95-D056-3D9C-D8CB-14C80C04D7C4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1" name="角丸四角形 17">
            <a:extLst>
              <a:ext uri="{FF2B5EF4-FFF2-40B4-BE49-F238E27FC236}">
                <a16:creationId xmlns:a16="http://schemas.microsoft.com/office/drawing/2014/main" id="{EC1DE336-7DC6-7E86-2855-31398F33A73E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2" name="角丸四角形 18">
            <a:extLst>
              <a:ext uri="{FF2B5EF4-FFF2-40B4-BE49-F238E27FC236}">
                <a16:creationId xmlns:a16="http://schemas.microsoft.com/office/drawing/2014/main" id="{A991BE95-48C5-DC7E-D776-0F28C1BFFAEC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3" name="角丸四角形 19">
            <a:extLst>
              <a:ext uri="{FF2B5EF4-FFF2-40B4-BE49-F238E27FC236}">
                <a16:creationId xmlns:a16="http://schemas.microsoft.com/office/drawing/2014/main" id="{084A2FB1-4731-829E-A17F-87338765D2FE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角丸四角形 25">
            <a:extLst>
              <a:ext uri="{FF2B5EF4-FFF2-40B4-BE49-F238E27FC236}">
                <a16:creationId xmlns:a16="http://schemas.microsoft.com/office/drawing/2014/main" id="{3642C210-4E35-7465-4FEB-B9538135DFA3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5" name="角丸四角形 26">
            <a:extLst>
              <a:ext uri="{FF2B5EF4-FFF2-40B4-BE49-F238E27FC236}">
                <a16:creationId xmlns:a16="http://schemas.microsoft.com/office/drawing/2014/main" id="{F1503EBD-F475-6C19-A529-C0C6ED71B8F1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6" name="角丸四角形 27">
            <a:extLst>
              <a:ext uri="{FF2B5EF4-FFF2-40B4-BE49-F238E27FC236}">
                <a16:creationId xmlns:a16="http://schemas.microsoft.com/office/drawing/2014/main" id="{4F0CAEB9-33B4-59B5-05AF-926571FB5DC2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7" name="角丸四角形 28">
            <a:extLst>
              <a:ext uri="{FF2B5EF4-FFF2-40B4-BE49-F238E27FC236}">
                <a16:creationId xmlns:a16="http://schemas.microsoft.com/office/drawing/2014/main" id="{F83CC919-C65F-C6AD-BCFD-35C3FAD9EA15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8" name="角丸四角形 29">
            <a:extLst>
              <a:ext uri="{FF2B5EF4-FFF2-40B4-BE49-F238E27FC236}">
                <a16:creationId xmlns:a16="http://schemas.microsoft.com/office/drawing/2014/main" id="{2394B512-D567-2010-A534-9E63F8668DCC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9" name="角丸四角形 30">
            <a:extLst>
              <a:ext uri="{FF2B5EF4-FFF2-40B4-BE49-F238E27FC236}">
                <a16:creationId xmlns:a16="http://schemas.microsoft.com/office/drawing/2014/main" id="{9BEB2294-B537-C574-64C5-788B2AA2BEB8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0" name="角丸四角形 31">
            <a:extLst>
              <a:ext uri="{FF2B5EF4-FFF2-40B4-BE49-F238E27FC236}">
                <a16:creationId xmlns:a16="http://schemas.microsoft.com/office/drawing/2014/main" id="{CE761EAA-42C2-4ACF-8AE3-69DFEE599515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1" name="角丸四角形 32">
            <a:extLst>
              <a:ext uri="{FF2B5EF4-FFF2-40B4-BE49-F238E27FC236}">
                <a16:creationId xmlns:a16="http://schemas.microsoft.com/office/drawing/2014/main" id="{3A5C9932-CCAF-555A-91AC-DA2F66078407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2" name="角丸四角形 33">
            <a:extLst>
              <a:ext uri="{FF2B5EF4-FFF2-40B4-BE49-F238E27FC236}">
                <a16:creationId xmlns:a16="http://schemas.microsoft.com/office/drawing/2014/main" id="{A54B6F07-FCB9-0FF2-23F2-70F8E5925670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3" name="角丸四角形 38">
            <a:extLst>
              <a:ext uri="{FF2B5EF4-FFF2-40B4-BE49-F238E27FC236}">
                <a16:creationId xmlns:a16="http://schemas.microsoft.com/office/drawing/2014/main" id="{5DAFEB89-763D-B175-D9B0-7EC3DF108A86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4" name="角丸四角形 39">
            <a:extLst>
              <a:ext uri="{FF2B5EF4-FFF2-40B4-BE49-F238E27FC236}">
                <a16:creationId xmlns:a16="http://schemas.microsoft.com/office/drawing/2014/main" id="{7BE642CD-24C9-182B-EAEC-3D4A2ED81078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5" name="角丸四角形 40">
            <a:extLst>
              <a:ext uri="{FF2B5EF4-FFF2-40B4-BE49-F238E27FC236}">
                <a16:creationId xmlns:a16="http://schemas.microsoft.com/office/drawing/2014/main" id="{02F05F1F-679B-113E-9DF3-A8515B17FE38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6" name="角丸四角形 41">
            <a:extLst>
              <a:ext uri="{FF2B5EF4-FFF2-40B4-BE49-F238E27FC236}">
                <a16:creationId xmlns:a16="http://schemas.microsoft.com/office/drawing/2014/main" id="{7B0200D3-E981-3925-8E34-7CC61A72C4E4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7" name="角丸四角形 42">
            <a:extLst>
              <a:ext uri="{FF2B5EF4-FFF2-40B4-BE49-F238E27FC236}">
                <a16:creationId xmlns:a16="http://schemas.microsoft.com/office/drawing/2014/main" id="{415277F9-86A0-9FB6-5A74-85696943A4C7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8" name="角丸四角形 43">
            <a:extLst>
              <a:ext uri="{FF2B5EF4-FFF2-40B4-BE49-F238E27FC236}">
                <a16:creationId xmlns:a16="http://schemas.microsoft.com/office/drawing/2014/main" id="{243AAF24-338D-7E0F-5A7F-289F1A6B5731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9" name="角丸四角形 44">
            <a:extLst>
              <a:ext uri="{FF2B5EF4-FFF2-40B4-BE49-F238E27FC236}">
                <a16:creationId xmlns:a16="http://schemas.microsoft.com/office/drawing/2014/main" id="{7043F07C-8F12-4EE0-FEC4-3C07C73D2214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0" name="角丸四角形 45">
            <a:extLst>
              <a:ext uri="{FF2B5EF4-FFF2-40B4-BE49-F238E27FC236}">
                <a16:creationId xmlns:a16="http://schemas.microsoft.com/office/drawing/2014/main" id="{AB13F3D8-352A-4260-A08C-AF6E9F778AC2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2" name="角丸四角形 52">
            <a:extLst>
              <a:ext uri="{FF2B5EF4-FFF2-40B4-BE49-F238E27FC236}">
                <a16:creationId xmlns:a16="http://schemas.microsoft.com/office/drawing/2014/main" id="{506BFB30-ACC2-8747-CB99-580F31F4B2D5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3" name="角丸四角形 53">
            <a:extLst>
              <a:ext uri="{FF2B5EF4-FFF2-40B4-BE49-F238E27FC236}">
                <a16:creationId xmlns:a16="http://schemas.microsoft.com/office/drawing/2014/main" id="{AD203749-CBAA-11DA-4AF0-2052E581CF43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4" name="角丸四角形 54">
            <a:extLst>
              <a:ext uri="{FF2B5EF4-FFF2-40B4-BE49-F238E27FC236}">
                <a16:creationId xmlns:a16="http://schemas.microsoft.com/office/drawing/2014/main" id="{5DE932D9-1997-41BF-646D-A7119D4A6CA7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5" name="角丸四角形 55">
            <a:extLst>
              <a:ext uri="{FF2B5EF4-FFF2-40B4-BE49-F238E27FC236}">
                <a16:creationId xmlns:a16="http://schemas.microsoft.com/office/drawing/2014/main" id="{49AD84AE-6842-2D62-4EF3-99F5483540D0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6" name="角丸四角形 56">
            <a:extLst>
              <a:ext uri="{FF2B5EF4-FFF2-40B4-BE49-F238E27FC236}">
                <a16:creationId xmlns:a16="http://schemas.microsoft.com/office/drawing/2014/main" id="{80D00C9F-1F48-9D70-455D-7E04E5A5CACD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7" name="角丸四角形 57">
            <a:extLst>
              <a:ext uri="{FF2B5EF4-FFF2-40B4-BE49-F238E27FC236}">
                <a16:creationId xmlns:a16="http://schemas.microsoft.com/office/drawing/2014/main" id="{8CB552D0-5A6F-5D93-97C6-9BC5DB2849EB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8" name="角丸四角形 58">
            <a:extLst>
              <a:ext uri="{FF2B5EF4-FFF2-40B4-BE49-F238E27FC236}">
                <a16:creationId xmlns:a16="http://schemas.microsoft.com/office/drawing/2014/main" id="{FD7F39E3-C13F-3C85-8464-0EA072A0C82C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7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1796-D5E4-2784-48A5-E0CDC55B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B8E5AB4-D682-E398-403C-E16CDA811BCC}"/>
              </a:ext>
            </a:extLst>
          </p:cNvPr>
          <p:cNvSpPr txBox="1"/>
          <p:nvPr/>
        </p:nvSpPr>
        <p:spPr>
          <a:xfrm>
            <a:off x="361676" y="283700"/>
            <a:ext cx="3733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Key:Ext-Clipboards</a:t>
            </a:r>
            <a:endParaRPr lang="en-US" altLang="ja-JP" sz="2800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4AB489FD-5E3F-04BC-466B-7E90E48E3B08}"/>
              </a:ext>
            </a:extLst>
          </p:cNvPr>
          <p:cNvSpPr txBox="1"/>
          <p:nvPr/>
        </p:nvSpPr>
        <p:spPr>
          <a:xfrm>
            <a:off x="909566" y="967563"/>
            <a:ext cx="54104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Space</a:t>
            </a:r>
            <a:r>
              <a:rPr kumimoji="1" lang="en-US" altLang="ja-JP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+α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Copy : Space + Shift +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Paste</a:t>
            </a: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 : Space + Key</a:t>
            </a: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F554A51B-65FA-0613-44CD-E8E24B03C24C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P1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角丸四角形 7">
            <a:extLst>
              <a:ext uri="{FF2B5EF4-FFF2-40B4-BE49-F238E27FC236}">
                <a16:creationId xmlns:a16="http://schemas.microsoft.com/office/drawing/2014/main" id="{561EF09C-C9A5-C4D0-1248-54856EFD742E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P2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角丸四角形 8">
            <a:extLst>
              <a:ext uri="{FF2B5EF4-FFF2-40B4-BE49-F238E27FC236}">
                <a16:creationId xmlns:a16="http://schemas.microsoft.com/office/drawing/2014/main" id="{A55D3B3D-2B59-08B4-FB61-245645AFF51E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P3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角丸四角形 9">
            <a:extLst>
              <a:ext uri="{FF2B5EF4-FFF2-40B4-BE49-F238E27FC236}">
                <a16:creationId xmlns:a16="http://schemas.microsoft.com/office/drawing/2014/main" id="{51AEE4D0-2A36-9343-136E-214A23CD33FB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P4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角丸四角形 21">
            <a:extLst>
              <a:ext uri="{FF2B5EF4-FFF2-40B4-BE49-F238E27FC236}">
                <a16:creationId xmlns:a16="http://schemas.microsoft.com/office/drawing/2014/main" id="{D36B9F43-BC60-49B9-ACE0-D566B851224D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4" name="角丸四角形 22">
            <a:extLst>
              <a:ext uri="{FF2B5EF4-FFF2-40B4-BE49-F238E27FC236}">
                <a16:creationId xmlns:a16="http://schemas.microsoft.com/office/drawing/2014/main" id="{888CF53E-7716-B0E0-5616-C6191FB36B6F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角丸四角形 23">
            <a:extLst>
              <a:ext uri="{FF2B5EF4-FFF2-40B4-BE49-F238E27FC236}">
                <a16:creationId xmlns:a16="http://schemas.microsoft.com/office/drawing/2014/main" id="{47D7EFA6-8C9C-ACAB-97FC-242CDFE609C0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8" name="角丸四角形 24">
            <a:extLst>
              <a:ext uri="{FF2B5EF4-FFF2-40B4-BE49-F238E27FC236}">
                <a16:creationId xmlns:a16="http://schemas.microsoft.com/office/drawing/2014/main" id="{C2BE1A80-173D-99FF-A210-2FB7E1A4B854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0" name="角丸四角形 35">
            <a:extLst>
              <a:ext uri="{FF2B5EF4-FFF2-40B4-BE49-F238E27FC236}">
                <a16:creationId xmlns:a16="http://schemas.microsoft.com/office/drawing/2014/main" id="{108AF657-6DB4-4D48-FA26-628D01D8FCB2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1" name="角丸四角形 36">
            <a:extLst>
              <a:ext uri="{FF2B5EF4-FFF2-40B4-BE49-F238E27FC236}">
                <a16:creationId xmlns:a16="http://schemas.microsoft.com/office/drawing/2014/main" id="{85FB0D64-948A-42B1-F37F-8C2717588D9F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S@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5" name="角丸四角形 37">
            <a:extLst>
              <a:ext uri="{FF2B5EF4-FFF2-40B4-BE49-F238E27FC236}">
                <a16:creationId xmlns:a16="http://schemas.microsoft.com/office/drawing/2014/main" id="{1B7A0F26-7D51-B7B2-38FD-85A4F6690DCB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7" name="角丸四角形 49">
            <a:extLst>
              <a:ext uri="{FF2B5EF4-FFF2-40B4-BE49-F238E27FC236}">
                <a16:creationId xmlns:a16="http://schemas.microsoft.com/office/drawing/2014/main" id="{48852288-533A-3865-77DC-DA4A00A460A5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8" name="角丸四角形 50">
            <a:extLst>
              <a:ext uri="{FF2B5EF4-FFF2-40B4-BE49-F238E27FC236}">
                <a16:creationId xmlns:a16="http://schemas.microsoft.com/office/drawing/2014/main" id="{F6A0D032-2D93-B25E-4DF6-FF456EA0D9E3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9" name="角丸四角形 51">
            <a:extLst>
              <a:ext uri="{FF2B5EF4-FFF2-40B4-BE49-F238E27FC236}">
                <a16:creationId xmlns:a16="http://schemas.microsoft.com/office/drawing/2014/main" id="{38D27CE2-297D-97B1-B812-C47C4C1A107A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4" name="角丸四角形 10">
            <a:extLst>
              <a:ext uri="{FF2B5EF4-FFF2-40B4-BE49-F238E27FC236}">
                <a16:creationId xmlns:a16="http://schemas.microsoft.com/office/drawing/2014/main" id="{4420A1A4-F4FD-94EA-46CD-6F6FA35ED864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P5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角丸四角形 11">
            <a:extLst>
              <a:ext uri="{FF2B5EF4-FFF2-40B4-BE49-F238E27FC236}">
                <a16:creationId xmlns:a16="http://schemas.microsoft.com/office/drawing/2014/main" id="{8CAEE630-16FB-0944-679F-828F1629815E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P6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6" name="角丸四角形 12">
            <a:extLst>
              <a:ext uri="{FF2B5EF4-FFF2-40B4-BE49-F238E27FC236}">
                <a16:creationId xmlns:a16="http://schemas.microsoft.com/office/drawing/2014/main" id="{EFC35DA2-E94F-1AF2-53A0-AE4534904CEA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P7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7" name="角丸四角形 13">
            <a:extLst>
              <a:ext uri="{FF2B5EF4-FFF2-40B4-BE49-F238E27FC236}">
                <a16:creationId xmlns:a16="http://schemas.microsoft.com/office/drawing/2014/main" id="{16D1A2E9-1731-4ED5-0DD5-182236430CFC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P8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8" name="角丸四角形 14">
            <a:extLst>
              <a:ext uri="{FF2B5EF4-FFF2-40B4-BE49-F238E27FC236}">
                <a16:creationId xmlns:a16="http://schemas.microsoft.com/office/drawing/2014/main" id="{6074B394-C6BA-54AA-3310-87A4ED81DD24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P9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9" name="角丸四角形 15">
            <a:extLst>
              <a:ext uri="{FF2B5EF4-FFF2-40B4-BE49-F238E27FC236}">
                <a16:creationId xmlns:a16="http://schemas.microsoft.com/office/drawing/2014/main" id="{B73323BA-F7E3-FFE2-B2F0-04D25CADF6D9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P0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0" name="角丸四角形 16">
            <a:extLst>
              <a:ext uri="{FF2B5EF4-FFF2-40B4-BE49-F238E27FC236}">
                <a16:creationId xmlns:a16="http://schemas.microsoft.com/office/drawing/2014/main" id="{1F92875F-7CA2-92AF-FD51-7B418835EA77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1" name="角丸四角形 17">
            <a:extLst>
              <a:ext uri="{FF2B5EF4-FFF2-40B4-BE49-F238E27FC236}">
                <a16:creationId xmlns:a16="http://schemas.microsoft.com/office/drawing/2014/main" id="{0DF6C6B3-D806-2925-0107-39334F39CE64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2" name="角丸四角形 18">
            <a:extLst>
              <a:ext uri="{FF2B5EF4-FFF2-40B4-BE49-F238E27FC236}">
                <a16:creationId xmlns:a16="http://schemas.microsoft.com/office/drawing/2014/main" id="{F9B28DA2-B256-B489-C51E-9EF2B6D743BC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3" name="角丸四角形 19">
            <a:extLst>
              <a:ext uri="{FF2B5EF4-FFF2-40B4-BE49-F238E27FC236}">
                <a16:creationId xmlns:a16="http://schemas.microsoft.com/office/drawing/2014/main" id="{00C97073-91B6-9E2A-8FCE-718E1BECDBAB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角丸四角形 25">
            <a:extLst>
              <a:ext uri="{FF2B5EF4-FFF2-40B4-BE49-F238E27FC236}">
                <a16:creationId xmlns:a16="http://schemas.microsoft.com/office/drawing/2014/main" id="{154F6D04-38C1-4550-8D72-6AF816C712BC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5" name="角丸四角形 26">
            <a:extLst>
              <a:ext uri="{FF2B5EF4-FFF2-40B4-BE49-F238E27FC236}">
                <a16:creationId xmlns:a16="http://schemas.microsoft.com/office/drawing/2014/main" id="{C4C649C9-09F9-BDC1-23AD-AAB7FA0B5CBB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6" name="角丸四角形 27">
            <a:extLst>
              <a:ext uri="{FF2B5EF4-FFF2-40B4-BE49-F238E27FC236}">
                <a16:creationId xmlns:a16="http://schemas.microsoft.com/office/drawing/2014/main" id="{57E9B9D5-DFC8-7F90-2CF5-B1CABD2F0598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7" name="角丸四角形 28">
            <a:extLst>
              <a:ext uri="{FF2B5EF4-FFF2-40B4-BE49-F238E27FC236}">
                <a16:creationId xmlns:a16="http://schemas.microsoft.com/office/drawing/2014/main" id="{D5763978-F5A2-4DAE-6442-36505C0C16C0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8" name="角丸四角形 29">
            <a:extLst>
              <a:ext uri="{FF2B5EF4-FFF2-40B4-BE49-F238E27FC236}">
                <a16:creationId xmlns:a16="http://schemas.microsoft.com/office/drawing/2014/main" id="{41465D68-DDFE-CE42-847F-659CA4DBC9B0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9" name="角丸四角形 30">
            <a:extLst>
              <a:ext uri="{FF2B5EF4-FFF2-40B4-BE49-F238E27FC236}">
                <a16:creationId xmlns:a16="http://schemas.microsoft.com/office/drawing/2014/main" id="{EBEAAE02-AA37-BBF3-5DEF-5F4972D3B003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P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0" name="角丸四角形 31">
            <a:extLst>
              <a:ext uri="{FF2B5EF4-FFF2-40B4-BE49-F238E27FC236}">
                <a16:creationId xmlns:a16="http://schemas.microsoft.com/office/drawing/2014/main" id="{1622D6B0-9105-1946-37F1-2516B569A574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1" name="角丸四角形 32">
            <a:extLst>
              <a:ext uri="{FF2B5EF4-FFF2-40B4-BE49-F238E27FC236}">
                <a16:creationId xmlns:a16="http://schemas.microsoft.com/office/drawing/2014/main" id="{975DB6CB-9CAA-3228-E68A-3AAA292EC333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2" name="角丸四角形 33">
            <a:extLst>
              <a:ext uri="{FF2B5EF4-FFF2-40B4-BE49-F238E27FC236}">
                <a16:creationId xmlns:a16="http://schemas.microsoft.com/office/drawing/2014/main" id="{5CD0490E-B32E-B502-F35E-F7A75BAB5086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3" name="角丸四角形 38">
            <a:extLst>
              <a:ext uri="{FF2B5EF4-FFF2-40B4-BE49-F238E27FC236}">
                <a16:creationId xmlns:a16="http://schemas.microsoft.com/office/drawing/2014/main" id="{49A2A6F3-7501-04F0-3E4B-93A25DC09DA6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4" name="角丸四角形 39">
            <a:extLst>
              <a:ext uri="{FF2B5EF4-FFF2-40B4-BE49-F238E27FC236}">
                <a16:creationId xmlns:a16="http://schemas.microsoft.com/office/drawing/2014/main" id="{2D0BB5B7-586C-A03A-BA62-7A2409AC5C1D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5" name="角丸四角形 40">
            <a:extLst>
              <a:ext uri="{FF2B5EF4-FFF2-40B4-BE49-F238E27FC236}">
                <a16:creationId xmlns:a16="http://schemas.microsoft.com/office/drawing/2014/main" id="{633FF53A-2D10-B5F4-3319-1F4DA4FFC2F8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6" name="角丸四角形 41">
            <a:extLst>
              <a:ext uri="{FF2B5EF4-FFF2-40B4-BE49-F238E27FC236}">
                <a16:creationId xmlns:a16="http://schemas.microsoft.com/office/drawing/2014/main" id="{C7581D76-75CC-7496-ED74-6D90CDC9B885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7" name="角丸四角形 42">
            <a:extLst>
              <a:ext uri="{FF2B5EF4-FFF2-40B4-BE49-F238E27FC236}">
                <a16:creationId xmlns:a16="http://schemas.microsoft.com/office/drawing/2014/main" id="{B4BF951F-AB30-71A7-2B49-1E6E8E68BFD6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8" name="角丸四角形 43">
            <a:extLst>
              <a:ext uri="{FF2B5EF4-FFF2-40B4-BE49-F238E27FC236}">
                <a16:creationId xmlns:a16="http://schemas.microsoft.com/office/drawing/2014/main" id="{B9F9C9E5-632A-B8E4-81FC-DC08CB275361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9" name="角丸四角形 44">
            <a:extLst>
              <a:ext uri="{FF2B5EF4-FFF2-40B4-BE49-F238E27FC236}">
                <a16:creationId xmlns:a16="http://schemas.microsoft.com/office/drawing/2014/main" id="{BE83F60D-C09F-A39D-6715-2D3891508023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0" name="角丸四角形 45">
            <a:extLst>
              <a:ext uri="{FF2B5EF4-FFF2-40B4-BE49-F238E27FC236}">
                <a16:creationId xmlns:a16="http://schemas.microsoft.com/office/drawing/2014/main" id="{6794BFF4-08DF-F352-7C09-9FE1DD4492B4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2" name="角丸四角形 52">
            <a:extLst>
              <a:ext uri="{FF2B5EF4-FFF2-40B4-BE49-F238E27FC236}">
                <a16:creationId xmlns:a16="http://schemas.microsoft.com/office/drawing/2014/main" id="{CFCE7155-7054-4745-85A9-27994E6F13DE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3" name="角丸四角形 53">
            <a:extLst>
              <a:ext uri="{FF2B5EF4-FFF2-40B4-BE49-F238E27FC236}">
                <a16:creationId xmlns:a16="http://schemas.microsoft.com/office/drawing/2014/main" id="{CF7F8E71-5B82-C6E2-374B-44CE6F251109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4" name="角丸四角形 54">
            <a:extLst>
              <a:ext uri="{FF2B5EF4-FFF2-40B4-BE49-F238E27FC236}">
                <a16:creationId xmlns:a16="http://schemas.microsoft.com/office/drawing/2014/main" id="{5A46AA21-AC0C-61BB-373F-6E7E9EA2323D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中</a:t>
            </a:r>
          </a:p>
        </p:txBody>
      </p:sp>
      <p:sp>
        <p:nvSpPr>
          <p:cNvPr id="115" name="角丸四角形 55">
            <a:extLst>
              <a:ext uri="{FF2B5EF4-FFF2-40B4-BE49-F238E27FC236}">
                <a16:creationId xmlns:a16="http://schemas.microsoft.com/office/drawing/2014/main" id="{F7ED1A57-4826-4A0F-3D3C-EF3CCC714C8B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●</a:t>
            </a:r>
          </a:p>
        </p:txBody>
      </p:sp>
      <p:sp>
        <p:nvSpPr>
          <p:cNvPr id="116" name="角丸四角形 56">
            <a:extLst>
              <a:ext uri="{FF2B5EF4-FFF2-40B4-BE49-F238E27FC236}">
                <a16:creationId xmlns:a16="http://schemas.microsoft.com/office/drawing/2014/main" id="{024208E7-CA16-6AEF-63DB-BFB2C7B91000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7" name="角丸四角形 57">
            <a:extLst>
              <a:ext uri="{FF2B5EF4-FFF2-40B4-BE49-F238E27FC236}">
                <a16:creationId xmlns:a16="http://schemas.microsoft.com/office/drawing/2014/main" id="{39439EBC-A312-3975-49DC-F516516A71A5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8" name="角丸四角形 58">
            <a:extLst>
              <a:ext uri="{FF2B5EF4-FFF2-40B4-BE49-F238E27FC236}">
                <a16:creationId xmlns:a16="http://schemas.microsoft.com/office/drawing/2014/main" id="{F2A21AA9-E812-1806-F3FE-5407AAEE86BD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角丸四角形 68">
            <a:extLst>
              <a:ext uri="{FF2B5EF4-FFF2-40B4-BE49-F238E27FC236}">
                <a16:creationId xmlns:a16="http://schemas.microsoft.com/office/drawing/2014/main" id="{C8FEC763-48FB-B186-435F-54B80122B11C}"/>
              </a:ext>
            </a:extLst>
          </p:cNvPr>
          <p:cNvSpPr/>
          <p:nvPr/>
        </p:nvSpPr>
        <p:spPr>
          <a:xfrm>
            <a:off x="3743868" y="5737108"/>
            <a:ext cx="4023563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Space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角丸四角形 60">
            <a:extLst>
              <a:ext uri="{FF2B5EF4-FFF2-40B4-BE49-F238E27FC236}">
                <a16:creationId xmlns:a16="http://schemas.microsoft.com/office/drawing/2014/main" id="{28E6A899-1CB4-FCB2-8C42-FC2A23335EFC}"/>
              </a:ext>
            </a:extLst>
          </p:cNvPr>
          <p:cNvSpPr/>
          <p:nvPr/>
        </p:nvSpPr>
        <p:spPr>
          <a:xfrm>
            <a:off x="974331" y="5062442"/>
            <a:ext cx="1479623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LSHIFT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角丸四角形 59">
            <a:extLst>
              <a:ext uri="{FF2B5EF4-FFF2-40B4-BE49-F238E27FC236}">
                <a16:creationId xmlns:a16="http://schemas.microsoft.com/office/drawing/2014/main" id="{EA044B88-380A-773E-3946-40AC6FDD2D43}"/>
              </a:ext>
            </a:extLst>
          </p:cNvPr>
          <p:cNvSpPr/>
          <p:nvPr/>
        </p:nvSpPr>
        <p:spPr>
          <a:xfrm>
            <a:off x="9421913" y="5062442"/>
            <a:ext cx="1097544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RSHIFT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35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284-3559-3EEB-A414-31BF5AB6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7C427A7F-2B5A-5181-9EAB-AD6545074450}"/>
              </a:ext>
            </a:extLst>
          </p:cNvPr>
          <p:cNvSpPr txBox="1"/>
          <p:nvPr/>
        </p:nvSpPr>
        <p:spPr>
          <a:xfrm>
            <a:off x="361676" y="283700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Key:App-Launcher</a:t>
            </a:r>
            <a:endParaRPr lang="en-US" altLang="ja-JP" sz="2800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505148C-55E6-1D6E-2787-40EED77B16F8}"/>
              </a:ext>
            </a:extLst>
          </p:cNvPr>
          <p:cNvSpPr txBox="1"/>
          <p:nvPr/>
        </p:nvSpPr>
        <p:spPr>
          <a:xfrm>
            <a:off x="909566" y="967563"/>
            <a:ext cx="72795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Caps&amp;Space</a:t>
            </a:r>
            <a:r>
              <a:rPr kumimoji="1" lang="en-US" altLang="ja-JP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+α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Launch   : Caps + Space +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Registry</a:t>
            </a: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 : Caps + Space + Shift + Key</a:t>
            </a: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C078ED94-97F3-F8CA-824C-42E8400B87B9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角丸四角形 7">
            <a:extLst>
              <a:ext uri="{FF2B5EF4-FFF2-40B4-BE49-F238E27FC236}">
                <a16:creationId xmlns:a16="http://schemas.microsoft.com/office/drawing/2014/main" id="{BD9E210D-A47B-0E04-7D7D-B27BF87516DA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2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角丸四角形 8">
            <a:extLst>
              <a:ext uri="{FF2B5EF4-FFF2-40B4-BE49-F238E27FC236}">
                <a16:creationId xmlns:a16="http://schemas.microsoft.com/office/drawing/2014/main" id="{0A385E13-855E-7A44-E9E5-61079C2A2826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3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角丸四角形 9">
            <a:extLst>
              <a:ext uri="{FF2B5EF4-FFF2-40B4-BE49-F238E27FC236}">
                <a16:creationId xmlns:a16="http://schemas.microsoft.com/office/drawing/2014/main" id="{A359D116-6657-B448-9302-E955655C9FFD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4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角丸四角形 21">
            <a:extLst>
              <a:ext uri="{FF2B5EF4-FFF2-40B4-BE49-F238E27FC236}">
                <a16:creationId xmlns:a16="http://schemas.microsoft.com/office/drawing/2014/main" id="{C65DAB74-3164-8C23-C683-6D2B6F4496AF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4" name="角丸四角形 22">
            <a:extLst>
              <a:ext uri="{FF2B5EF4-FFF2-40B4-BE49-F238E27FC236}">
                <a16:creationId xmlns:a16="http://schemas.microsoft.com/office/drawing/2014/main" id="{D37E4DA7-C2EC-2284-9717-3EB6B2241432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角丸四角形 23">
            <a:extLst>
              <a:ext uri="{FF2B5EF4-FFF2-40B4-BE49-F238E27FC236}">
                <a16:creationId xmlns:a16="http://schemas.microsoft.com/office/drawing/2014/main" id="{E2B6A083-5BFD-A08A-275F-2C5E8ED45AE0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8" name="角丸四角形 24">
            <a:extLst>
              <a:ext uri="{FF2B5EF4-FFF2-40B4-BE49-F238E27FC236}">
                <a16:creationId xmlns:a16="http://schemas.microsoft.com/office/drawing/2014/main" id="{735194A1-65AB-9706-986C-E88645F0676F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0" name="角丸四角形 35">
            <a:extLst>
              <a:ext uri="{FF2B5EF4-FFF2-40B4-BE49-F238E27FC236}">
                <a16:creationId xmlns:a16="http://schemas.microsoft.com/office/drawing/2014/main" id="{6B54B0C8-7CEF-1A86-E072-C94EEC2A273D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1" name="角丸四角形 36">
            <a:extLst>
              <a:ext uri="{FF2B5EF4-FFF2-40B4-BE49-F238E27FC236}">
                <a16:creationId xmlns:a16="http://schemas.microsoft.com/office/drawing/2014/main" id="{F72E22E7-1456-1E66-C7D6-B9EBCEB8E511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5" name="角丸四角形 37">
            <a:extLst>
              <a:ext uri="{FF2B5EF4-FFF2-40B4-BE49-F238E27FC236}">
                <a16:creationId xmlns:a16="http://schemas.microsoft.com/office/drawing/2014/main" id="{610FC9AC-B133-23AC-D721-166BF5ADAF4E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7" name="角丸四角形 49">
            <a:extLst>
              <a:ext uri="{FF2B5EF4-FFF2-40B4-BE49-F238E27FC236}">
                <a16:creationId xmlns:a16="http://schemas.microsoft.com/office/drawing/2014/main" id="{00150194-0393-3178-97B2-91AF8C88D2B0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8" name="角丸四角形 50">
            <a:extLst>
              <a:ext uri="{FF2B5EF4-FFF2-40B4-BE49-F238E27FC236}">
                <a16:creationId xmlns:a16="http://schemas.microsoft.com/office/drawing/2014/main" id="{C7440EEF-3A87-01B4-E7AF-9A7AB92293A2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9" name="角丸四角形 51">
            <a:extLst>
              <a:ext uri="{FF2B5EF4-FFF2-40B4-BE49-F238E27FC236}">
                <a16:creationId xmlns:a16="http://schemas.microsoft.com/office/drawing/2014/main" id="{FD8FC584-990B-395D-F340-0480B4CC7162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4" name="角丸四角形 10">
            <a:extLst>
              <a:ext uri="{FF2B5EF4-FFF2-40B4-BE49-F238E27FC236}">
                <a16:creationId xmlns:a16="http://schemas.microsoft.com/office/drawing/2014/main" id="{B8407825-D7B7-C23D-598E-41264B8CF827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5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角丸四角形 11">
            <a:extLst>
              <a:ext uri="{FF2B5EF4-FFF2-40B4-BE49-F238E27FC236}">
                <a16:creationId xmlns:a16="http://schemas.microsoft.com/office/drawing/2014/main" id="{C026DFF3-1B88-6AC8-9080-61E196741D8D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6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6" name="角丸四角形 12">
            <a:extLst>
              <a:ext uri="{FF2B5EF4-FFF2-40B4-BE49-F238E27FC236}">
                <a16:creationId xmlns:a16="http://schemas.microsoft.com/office/drawing/2014/main" id="{9FF03EAC-D824-406D-1A10-43D563D4F8D1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7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7" name="角丸四角形 13">
            <a:extLst>
              <a:ext uri="{FF2B5EF4-FFF2-40B4-BE49-F238E27FC236}">
                <a16:creationId xmlns:a16="http://schemas.microsoft.com/office/drawing/2014/main" id="{5B6A7240-0F67-F7A6-5FF1-990B193BF35A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8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8" name="角丸四角形 14">
            <a:extLst>
              <a:ext uri="{FF2B5EF4-FFF2-40B4-BE49-F238E27FC236}">
                <a16:creationId xmlns:a16="http://schemas.microsoft.com/office/drawing/2014/main" id="{01F217C1-FC45-9454-EE9A-9E9866134DE2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9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9" name="角丸四角形 15">
            <a:extLst>
              <a:ext uri="{FF2B5EF4-FFF2-40B4-BE49-F238E27FC236}">
                <a16:creationId xmlns:a16="http://schemas.microsoft.com/office/drawing/2014/main" id="{9B708D5D-2419-67BF-5107-9E5272732741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0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0" name="角丸四角形 16">
            <a:extLst>
              <a:ext uri="{FF2B5EF4-FFF2-40B4-BE49-F238E27FC236}">
                <a16:creationId xmlns:a16="http://schemas.microsoft.com/office/drawing/2014/main" id="{2E484731-00B9-1548-76E3-F045F12C1434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1" name="角丸四角形 17">
            <a:extLst>
              <a:ext uri="{FF2B5EF4-FFF2-40B4-BE49-F238E27FC236}">
                <a16:creationId xmlns:a16="http://schemas.microsoft.com/office/drawing/2014/main" id="{A8A35B8D-C069-B763-6137-E827078F68DF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2" name="角丸四角形 18">
            <a:extLst>
              <a:ext uri="{FF2B5EF4-FFF2-40B4-BE49-F238E27FC236}">
                <a16:creationId xmlns:a16="http://schemas.microsoft.com/office/drawing/2014/main" id="{0CD48418-91E3-0FB1-A415-29D6A43CF9A0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3" name="角丸四角形 19">
            <a:extLst>
              <a:ext uri="{FF2B5EF4-FFF2-40B4-BE49-F238E27FC236}">
                <a16:creationId xmlns:a16="http://schemas.microsoft.com/office/drawing/2014/main" id="{4321611E-4497-5D8E-9666-48AA119F3AAE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角丸四角形 25">
            <a:extLst>
              <a:ext uri="{FF2B5EF4-FFF2-40B4-BE49-F238E27FC236}">
                <a16:creationId xmlns:a16="http://schemas.microsoft.com/office/drawing/2014/main" id="{63B0CED1-BD36-2647-23C8-FC6A94A5D579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5" name="角丸四角形 26">
            <a:extLst>
              <a:ext uri="{FF2B5EF4-FFF2-40B4-BE49-F238E27FC236}">
                <a16:creationId xmlns:a16="http://schemas.microsoft.com/office/drawing/2014/main" id="{03579DEB-DA19-CF7D-D605-BC7EAB71D73D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6" name="角丸四角形 27">
            <a:extLst>
              <a:ext uri="{FF2B5EF4-FFF2-40B4-BE49-F238E27FC236}">
                <a16:creationId xmlns:a16="http://schemas.microsoft.com/office/drawing/2014/main" id="{335DD423-236F-25BF-69C9-CF59C7E6B52D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7" name="角丸四角形 28">
            <a:extLst>
              <a:ext uri="{FF2B5EF4-FFF2-40B4-BE49-F238E27FC236}">
                <a16:creationId xmlns:a16="http://schemas.microsoft.com/office/drawing/2014/main" id="{954F1BFD-40A0-90F2-6EBC-7A22DC4CBB77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8" name="角丸四角形 29">
            <a:extLst>
              <a:ext uri="{FF2B5EF4-FFF2-40B4-BE49-F238E27FC236}">
                <a16:creationId xmlns:a16="http://schemas.microsoft.com/office/drawing/2014/main" id="{8B1679D7-4FD5-780B-0514-0B028D9E4BA3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9" name="角丸四角形 30">
            <a:extLst>
              <a:ext uri="{FF2B5EF4-FFF2-40B4-BE49-F238E27FC236}">
                <a16:creationId xmlns:a16="http://schemas.microsoft.com/office/drawing/2014/main" id="{4CB017FB-AADD-E614-F4B1-CA5D3C023C21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0" name="角丸四角形 31">
            <a:extLst>
              <a:ext uri="{FF2B5EF4-FFF2-40B4-BE49-F238E27FC236}">
                <a16:creationId xmlns:a16="http://schemas.microsoft.com/office/drawing/2014/main" id="{57444351-001D-DF89-C296-95E2F14948BC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1" name="角丸四角形 32">
            <a:extLst>
              <a:ext uri="{FF2B5EF4-FFF2-40B4-BE49-F238E27FC236}">
                <a16:creationId xmlns:a16="http://schemas.microsoft.com/office/drawing/2014/main" id="{A2740832-58B7-2C3A-DA8E-B4A9C64B8EA9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2" name="角丸四角形 33">
            <a:extLst>
              <a:ext uri="{FF2B5EF4-FFF2-40B4-BE49-F238E27FC236}">
                <a16:creationId xmlns:a16="http://schemas.microsoft.com/office/drawing/2014/main" id="{861DB8FF-418D-C10D-5DD7-F6B9D31BCE8B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3" name="角丸四角形 38">
            <a:extLst>
              <a:ext uri="{FF2B5EF4-FFF2-40B4-BE49-F238E27FC236}">
                <a16:creationId xmlns:a16="http://schemas.microsoft.com/office/drawing/2014/main" id="{73AFFE1A-0867-C332-30CF-83810C680F41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4" name="角丸四角形 39">
            <a:extLst>
              <a:ext uri="{FF2B5EF4-FFF2-40B4-BE49-F238E27FC236}">
                <a16:creationId xmlns:a16="http://schemas.microsoft.com/office/drawing/2014/main" id="{C1AEE88B-F81B-0AF0-3735-17BC1DEF1C8A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5" name="角丸四角形 40">
            <a:extLst>
              <a:ext uri="{FF2B5EF4-FFF2-40B4-BE49-F238E27FC236}">
                <a16:creationId xmlns:a16="http://schemas.microsoft.com/office/drawing/2014/main" id="{6512022C-4723-CAB0-B878-33BC79D8AA8A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6" name="角丸四角形 41">
            <a:extLst>
              <a:ext uri="{FF2B5EF4-FFF2-40B4-BE49-F238E27FC236}">
                <a16:creationId xmlns:a16="http://schemas.microsoft.com/office/drawing/2014/main" id="{D7EC897E-A3E4-61CF-45F5-4EE96DA7BF1A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7" name="角丸四角形 42">
            <a:extLst>
              <a:ext uri="{FF2B5EF4-FFF2-40B4-BE49-F238E27FC236}">
                <a16:creationId xmlns:a16="http://schemas.microsoft.com/office/drawing/2014/main" id="{61C823D8-38D4-EAEF-6AD3-55FB5CC86A67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8" name="角丸四角形 43">
            <a:extLst>
              <a:ext uri="{FF2B5EF4-FFF2-40B4-BE49-F238E27FC236}">
                <a16:creationId xmlns:a16="http://schemas.microsoft.com/office/drawing/2014/main" id="{2FFAA11A-157B-28B9-FA3A-134A11D415AB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9" name="角丸四角形 44">
            <a:extLst>
              <a:ext uri="{FF2B5EF4-FFF2-40B4-BE49-F238E27FC236}">
                <a16:creationId xmlns:a16="http://schemas.microsoft.com/office/drawing/2014/main" id="{4D123651-E7B6-CE43-AECB-9F78A287E802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0" name="角丸四角形 45">
            <a:extLst>
              <a:ext uri="{FF2B5EF4-FFF2-40B4-BE49-F238E27FC236}">
                <a16:creationId xmlns:a16="http://schemas.microsoft.com/office/drawing/2014/main" id="{66CB3049-F5BF-575D-6810-AB41F8A1130B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2" name="角丸四角形 52">
            <a:extLst>
              <a:ext uri="{FF2B5EF4-FFF2-40B4-BE49-F238E27FC236}">
                <a16:creationId xmlns:a16="http://schemas.microsoft.com/office/drawing/2014/main" id="{4774E8AA-725D-2F8B-B328-1F8F46A1E6FB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3" name="角丸四角形 53">
            <a:extLst>
              <a:ext uri="{FF2B5EF4-FFF2-40B4-BE49-F238E27FC236}">
                <a16:creationId xmlns:a16="http://schemas.microsoft.com/office/drawing/2014/main" id="{7CED54F1-4E87-113C-189D-A9731678EC13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4" name="角丸四角形 54">
            <a:extLst>
              <a:ext uri="{FF2B5EF4-FFF2-40B4-BE49-F238E27FC236}">
                <a16:creationId xmlns:a16="http://schemas.microsoft.com/office/drawing/2014/main" id="{586556EC-639D-2FF4-56A3-55C81A075D87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5" name="角丸四角形 55">
            <a:extLst>
              <a:ext uri="{FF2B5EF4-FFF2-40B4-BE49-F238E27FC236}">
                <a16:creationId xmlns:a16="http://schemas.microsoft.com/office/drawing/2014/main" id="{23186CB4-EDFB-A961-186A-FB6505FC6E60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6" name="角丸四角形 56">
            <a:extLst>
              <a:ext uri="{FF2B5EF4-FFF2-40B4-BE49-F238E27FC236}">
                <a16:creationId xmlns:a16="http://schemas.microsoft.com/office/drawing/2014/main" id="{5EB1A45E-3757-A691-1CAB-485C33E80E27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7" name="角丸四角形 57">
            <a:extLst>
              <a:ext uri="{FF2B5EF4-FFF2-40B4-BE49-F238E27FC236}">
                <a16:creationId xmlns:a16="http://schemas.microsoft.com/office/drawing/2014/main" id="{B0870DE4-81CC-81B6-4832-37A0B47CE0CD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8" name="角丸四角形 58">
            <a:extLst>
              <a:ext uri="{FF2B5EF4-FFF2-40B4-BE49-F238E27FC236}">
                <a16:creationId xmlns:a16="http://schemas.microsoft.com/office/drawing/2014/main" id="{B2C9FF4B-AE61-2DE2-83F1-9CFE3A1FDDD8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角丸四角形 68">
            <a:extLst>
              <a:ext uri="{FF2B5EF4-FFF2-40B4-BE49-F238E27FC236}">
                <a16:creationId xmlns:a16="http://schemas.microsoft.com/office/drawing/2014/main" id="{F28E6AEE-AB47-D72A-F60D-ADB63935E210}"/>
              </a:ext>
            </a:extLst>
          </p:cNvPr>
          <p:cNvSpPr/>
          <p:nvPr/>
        </p:nvSpPr>
        <p:spPr>
          <a:xfrm>
            <a:off x="3743868" y="5737108"/>
            <a:ext cx="4023563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Space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角丸四角形 60">
            <a:extLst>
              <a:ext uri="{FF2B5EF4-FFF2-40B4-BE49-F238E27FC236}">
                <a16:creationId xmlns:a16="http://schemas.microsoft.com/office/drawing/2014/main" id="{00454C40-E6B1-3E6C-4FED-05C6AFFB161E}"/>
              </a:ext>
            </a:extLst>
          </p:cNvPr>
          <p:cNvSpPr/>
          <p:nvPr/>
        </p:nvSpPr>
        <p:spPr>
          <a:xfrm>
            <a:off x="974331" y="5062442"/>
            <a:ext cx="1479623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LSHIFT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角丸四角形 59">
            <a:extLst>
              <a:ext uri="{FF2B5EF4-FFF2-40B4-BE49-F238E27FC236}">
                <a16:creationId xmlns:a16="http://schemas.microsoft.com/office/drawing/2014/main" id="{FC5FBB95-EA0A-DDED-771D-4D045D09ECCE}"/>
              </a:ext>
            </a:extLst>
          </p:cNvPr>
          <p:cNvSpPr/>
          <p:nvPr/>
        </p:nvSpPr>
        <p:spPr>
          <a:xfrm>
            <a:off x="9421913" y="5062442"/>
            <a:ext cx="1097544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RSHIFT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角丸四角形 48">
            <a:extLst>
              <a:ext uri="{FF2B5EF4-FFF2-40B4-BE49-F238E27FC236}">
                <a16:creationId xmlns:a16="http://schemas.microsoft.com/office/drawing/2014/main" id="{75DFFA9C-503E-A91C-E33B-EC30BB9365E8}"/>
              </a:ext>
            </a:extLst>
          </p:cNvPr>
          <p:cNvSpPr/>
          <p:nvPr/>
        </p:nvSpPr>
        <p:spPr>
          <a:xfrm>
            <a:off x="974330" y="4387776"/>
            <a:ext cx="1162115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CAPS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3" name="角丸四角形 46">
            <a:extLst>
              <a:ext uri="{FF2B5EF4-FFF2-40B4-BE49-F238E27FC236}">
                <a16:creationId xmlns:a16="http://schemas.microsoft.com/office/drawing/2014/main" id="{8B473955-AE0C-4DF8-28D4-DCDC45573BE2}"/>
              </a:ext>
            </a:extLst>
          </p:cNvPr>
          <p:cNvSpPr/>
          <p:nvPr/>
        </p:nvSpPr>
        <p:spPr>
          <a:xfrm>
            <a:off x="9802604" y="4387776"/>
            <a:ext cx="1415064" cy="59716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pic>
        <p:nvPicPr>
          <p:cNvPr id="74" name="Picture 2" descr="コマンドラインの白黒シルエットイラスト">
            <a:extLst>
              <a:ext uri="{FF2B5EF4-FFF2-40B4-BE49-F238E27FC236}">
                <a16:creationId xmlns:a16="http://schemas.microsoft.com/office/drawing/2014/main" id="{9A11D7A7-A59A-EE3C-DF5E-087690AE4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0" t="20207" r="12035" b="19614"/>
          <a:stretch/>
        </p:blipFill>
        <p:spPr bwMode="auto">
          <a:xfrm>
            <a:off x="10224677" y="4449436"/>
            <a:ext cx="608917" cy="47816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43C85212-910D-A155-F5A7-0A84E5F0A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737" y="3917486"/>
            <a:ext cx="340355" cy="340355"/>
          </a:xfrm>
          <a:prstGeom prst="rect">
            <a:avLst/>
          </a:prstGeom>
        </p:spPr>
      </p:pic>
      <p:pic>
        <p:nvPicPr>
          <p:cNvPr id="83" name="Picture 12" descr="カードの移動ですいすい情報共有・チーム作業ができる「Trello」 - ケータイ Watch">
            <a:extLst>
              <a:ext uri="{FF2B5EF4-FFF2-40B4-BE49-F238E27FC236}">
                <a16:creationId xmlns:a16="http://schemas.microsoft.com/office/drawing/2014/main" id="{3ACA6D78-7878-328E-5A62-1CD9640FA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5" t="8734" r="8035" b="8734"/>
          <a:stretch/>
        </p:blipFill>
        <p:spPr bwMode="auto">
          <a:xfrm>
            <a:off x="4108356" y="3768121"/>
            <a:ext cx="498652" cy="48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4" descr="「powerpoint icon」の画像検索結果">
            <a:extLst>
              <a:ext uri="{FF2B5EF4-FFF2-40B4-BE49-F238E27FC236}">
                <a16:creationId xmlns:a16="http://schemas.microsoft.com/office/drawing/2014/main" id="{82636D5F-BB32-95ED-BB9E-3440E853E2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7" t="14444" r="11747" b="14444"/>
          <a:stretch>
            <a:fillRect/>
          </a:stretch>
        </p:blipFill>
        <p:spPr bwMode="auto">
          <a:xfrm>
            <a:off x="2027916" y="3768121"/>
            <a:ext cx="516272" cy="47987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16" descr="「Excel icon」の画像検索結果">
            <a:extLst>
              <a:ext uri="{FF2B5EF4-FFF2-40B4-BE49-F238E27FC236}">
                <a16:creationId xmlns:a16="http://schemas.microsoft.com/office/drawing/2014/main" id="{B7990CC1-0178-3939-6CC3-381F6E64F4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6" t="14137" r="10146" b="14137"/>
          <a:stretch>
            <a:fillRect/>
          </a:stretch>
        </p:blipFill>
        <p:spPr bwMode="auto">
          <a:xfrm>
            <a:off x="3637531" y="4435747"/>
            <a:ext cx="557289" cy="50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8" descr="関連画像">
            <a:extLst>
              <a:ext uri="{FF2B5EF4-FFF2-40B4-BE49-F238E27FC236}">
                <a16:creationId xmlns:a16="http://schemas.microsoft.com/office/drawing/2014/main" id="{DEB6B3A8-F160-C751-DF15-36A56295E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749" y="3783489"/>
            <a:ext cx="456990" cy="456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18" descr="関連画像">
            <a:extLst>
              <a:ext uri="{FF2B5EF4-FFF2-40B4-BE49-F238E27FC236}">
                <a16:creationId xmlns:a16="http://schemas.microsoft.com/office/drawing/2014/main" id="{142C8720-E45A-8196-7821-72C9B332D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364" y="4438496"/>
            <a:ext cx="495793" cy="49579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6" descr="「visual studio code icon」の画像検索結果">
            <a:extLst>
              <a:ext uri="{FF2B5EF4-FFF2-40B4-BE49-F238E27FC236}">
                <a16:creationId xmlns:a16="http://schemas.microsoft.com/office/drawing/2014/main" id="{9E997F28-FC99-D722-0E94-8C4501BA3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141" y="4454796"/>
            <a:ext cx="484051" cy="48244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2" descr="テキストエディター「Mery」Ver 2.6.0">
            <a:extLst>
              <a:ext uri="{FF2B5EF4-FFF2-40B4-BE49-F238E27FC236}">
                <a16:creationId xmlns:a16="http://schemas.microsoft.com/office/drawing/2014/main" id="{F19C5071-0F2D-DC1E-F01B-107E4EA55F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8DD7F7"/>
              </a:clrFrom>
              <a:clrTo>
                <a:srgbClr val="8DD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59" r="20114"/>
          <a:stretch/>
        </p:blipFill>
        <p:spPr bwMode="auto">
          <a:xfrm>
            <a:off x="3455091" y="3770491"/>
            <a:ext cx="432951" cy="463637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2">
            <a:extLst>
              <a:ext uri="{FF2B5EF4-FFF2-40B4-BE49-F238E27FC236}">
                <a16:creationId xmlns:a16="http://schemas.microsoft.com/office/drawing/2014/main" id="{ED3959FF-00DB-F9CF-C5A9-76122FDDB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247" y="4442096"/>
            <a:ext cx="485504" cy="48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図 79">
            <a:extLst>
              <a:ext uri="{FF2B5EF4-FFF2-40B4-BE49-F238E27FC236}">
                <a16:creationId xmlns:a16="http://schemas.microsoft.com/office/drawing/2014/main" id="{544A6B7F-D7E8-1980-6CAD-9F4B943418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75" y="4607781"/>
            <a:ext cx="304031" cy="353782"/>
          </a:xfrm>
          <a:prstGeom prst="rect">
            <a:avLst/>
          </a:prstGeom>
        </p:spPr>
      </p:pic>
      <p:pic>
        <p:nvPicPr>
          <p:cNvPr id="125" name="図 124">
            <a:extLst>
              <a:ext uri="{FF2B5EF4-FFF2-40B4-BE49-F238E27FC236}">
                <a16:creationId xmlns:a16="http://schemas.microsoft.com/office/drawing/2014/main" id="{477B3562-E4EE-BDA3-A22F-77AA8DF497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5989" y="5124354"/>
            <a:ext cx="473965" cy="473965"/>
          </a:xfrm>
          <a:prstGeom prst="rect">
            <a:avLst/>
          </a:prstGeom>
        </p:spPr>
      </p:pic>
      <p:pic>
        <p:nvPicPr>
          <p:cNvPr id="126" name="Picture 2" descr="Create Remote Desktop Shortcut for PC in Windows 10">
            <a:extLst>
              <a:ext uri="{FF2B5EF4-FFF2-40B4-BE49-F238E27FC236}">
                <a16:creationId xmlns:a16="http://schemas.microsoft.com/office/drawing/2014/main" id="{25DE03CB-028F-2C26-25AE-E6C1A71A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949" y="5093404"/>
            <a:ext cx="504915" cy="50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eracrypt Logo PNG Vector SVG (2.20 KB) Free Download">
            <a:extLst>
              <a:ext uri="{FF2B5EF4-FFF2-40B4-BE49-F238E27FC236}">
                <a16:creationId xmlns:a16="http://schemas.microsoft.com/office/drawing/2014/main" id="{AACF028D-B4BD-0407-61C6-8DDF4C080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80" y="5139166"/>
            <a:ext cx="495793" cy="49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角丸四角形 32">
            <a:extLst>
              <a:ext uri="{FF2B5EF4-FFF2-40B4-BE49-F238E27FC236}">
                <a16:creationId xmlns:a16="http://schemas.microsoft.com/office/drawing/2014/main" id="{31AF3A86-69AE-8C5F-E7BB-2B4421107A64}"/>
              </a:ext>
            </a:extLst>
          </p:cNvPr>
          <p:cNvSpPr/>
          <p:nvPr/>
        </p:nvSpPr>
        <p:spPr>
          <a:xfrm>
            <a:off x="1419179" y="1444389"/>
            <a:ext cx="238522" cy="2389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角丸四角形 32">
            <a:extLst>
              <a:ext uri="{FF2B5EF4-FFF2-40B4-BE49-F238E27FC236}">
                <a16:creationId xmlns:a16="http://schemas.microsoft.com/office/drawing/2014/main" id="{585454A3-7CFA-2F85-BE32-C1F6C9105D29}"/>
              </a:ext>
            </a:extLst>
          </p:cNvPr>
          <p:cNvSpPr/>
          <p:nvPr/>
        </p:nvSpPr>
        <p:spPr>
          <a:xfrm>
            <a:off x="1419179" y="1806542"/>
            <a:ext cx="238522" cy="238928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583286-0F6A-5356-5E30-1DEBF939A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956" y="4402904"/>
            <a:ext cx="324373" cy="32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図 80">
            <a:extLst>
              <a:ext uri="{FF2B5EF4-FFF2-40B4-BE49-F238E27FC236}">
                <a16:creationId xmlns:a16="http://schemas.microsoft.com/office/drawing/2014/main" id="{680AAABD-7AE5-5268-3DC9-1A8B67B1F1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35092" y="3776842"/>
            <a:ext cx="356437" cy="33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3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A9E7-94DD-6BF0-7B17-25570158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05C284D-8CE7-01FC-1838-18DB86F5609F}"/>
              </a:ext>
            </a:extLst>
          </p:cNvPr>
          <p:cNvSpPr txBox="1"/>
          <p:nvPr/>
        </p:nvSpPr>
        <p:spPr>
          <a:xfrm>
            <a:off x="361676" y="283700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Key:Mouse-Control</a:t>
            </a:r>
            <a:endParaRPr lang="en-US" altLang="ja-JP" sz="2800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24B47C2B-85E3-4F09-4801-E41ACBA55E43}"/>
              </a:ext>
            </a:extLst>
          </p:cNvPr>
          <p:cNvSpPr txBox="1"/>
          <p:nvPr/>
        </p:nvSpPr>
        <p:spPr>
          <a:xfrm>
            <a:off x="909566" y="967563"/>
            <a:ext cx="60901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LSHIFT&amp;RSHIFT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cursor : LSHIFT + RSHIFT +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click  : LSHIFT + RSHIFT + Key</a:t>
            </a: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2248B860-4EBC-0F80-E12D-D4E1CFCF6A23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角丸四角形 7">
            <a:extLst>
              <a:ext uri="{FF2B5EF4-FFF2-40B4-BE49-F238E27FC236}">
                <a16:creationId xmlns:a16="http://schemas.microsoft.com/office/drawing/2014/main" id="{6CF37397-A334-6205-B28D-82C65AAB6EFB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角丸四角形 8">
            <a:extLst>
              <a:ext uri="{FF2B5EF4-FFF2-40B4-BE49-F238E27FC236}">
                <a16:creationId xmlns:a16="http://schemas.microsoft.com/office/drawing/2014/main" id="{585F5690-2BA3-781B-FA94-3A07BE0BDFE0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角丸四角形 9">
            <a:extLst>
              <a:ext uri="{FF2B5EF4-FFF2-40B4-BE49-F238E27FC236}">
                <a16:creationId xmlns:a16="http://schemas.microsoft.com/office/drawing/2014/main" id="{73D2C2E9-A629-5897-3A29-194BC6E882EA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角丸四角形 21">
            <a:extLst>
              <a:ext uri="{FF2B5EF4-FFF2-40B4-BE49-F238E27FC236}">
                <a16:creationId xmlns:a16="http://schemas.microsoft.com/office/drawing/2014/main" id="{0D11D8AF-596E-E720-080E-2455AFFAA6EB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中央へ</a:t>
            </a:r>
          </a:p>
        </p:txBody>
      </p:sp>
      <p:sp>
        <p:nvSpPr>
          <p:cNvPr id="64" name="角丸四角形 22">
            <a:extLst>
              <a:ext uri="{FF2B5EF4-FFF2-40B4-BE49-F238E27FC236}">
                <a16:creationId xmlns:a16="http://schemas.microsoft.com/office/drawing/2014/main" id="{2214CD21-E34B-0CFB-72BE-35B41FE83731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↑↑</a:t>
            </a:r>
          </a:p>
        </p:txBody>
      </p:sp>
      <p:sp>
        <p:nvSpPr>
          <p:cNvPr id="67" name="角丸四角形 23">
            <a:extLst>
              <a:ext uri="{FF2B5EF4-FFF2-40B4-BE49-F238E27FC236}">
                <a16:creationId xmlns:a16="http://schemas.microsoft.com/office/drawing/2014/main" id="{CD1B663C-477C-B9D1-4C9A-DDA9A468F589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↑</a:t>
            </a:r>
          </a:p>
        </p:txBody>
      </p:sp>
      <p:sp>
        <p:nvSpPr>
          <p:cNvPr id="68" name="角丸四角形 24">
            <a:extLst>
              <a:ext uri="{FF2B5EF4-FFF2-40B4-BE49-F238E27FC236}">
                <a16:creationId xmlns:a16="http://schemas.microsoft.com/office/drawing/2014/main" id="{DB4F66A6-E502-1B62-5E66-BC74FA8D5D1B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↓↓</a:t>
            </a:r>
          </a:p>
        </p:txBody>
      </p:sp>
      <p:sp>
        <p:nvSpPr>
          <p:cNvPr id="70" name="角丸四角形 35">
            <a:extLst>
              <a:ext uri="{FF2B5EF4-FFF2-40B4-BE49-F238E27FC236}">
                <a16:creationId xmlns:a16="http://schemas.microsoft.com/office/drawing/2014/main" id="{D2110CAC-C72A-835A-5614-A6B7596F23EB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←←</a:t>
            </a:r>
          </a:p>
        </p:txBody>
      </p:sp>
      <p:sp>
        <p:nvSpPr>
          <p:cNvPr id="71" name="角丸四角形 36">
            <a:extLst>
              <a:ext uri="{FF2B5EF4-FFF2-40B4-BE49-F238E27FC236}">
                <a16:creationId xmlns:a16="http://schemas.microsoft.com/office/drawing/2014/main" id="{893BCDD6-3B38-951A-EE9A-E9DC447ECC25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←</a:t>
            </a:r>
          </a:p>
        </p:txBody>
      </p:sp>
      <p:sp>
        <p:nvSpPr>
          <p:cNvPr id="75" name="角丸四角形 37">
            <a:extLst>
              <a:ext uri="{FF2B5EF4-FFF2-40B4-BE49-F238E27FC236}">
                <a16:creationId xmlns:a16="http://schemas.microsoft.com/office/drawing/2014/main" id="{FDC0032C-C926-0626-BB01-8AABA6A9B301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↓</a:t>
            </a:r>
          </a:p>
        </p:txBody>
      </p:sp>
      <p:sp>
        <p:nvSpPr>
          <p:cNvPr id="77" name="角丸四角形 49">
            <a:extLst>
              <a:ext uri="{FF2B5EF4-FFF2-40B4-BE49-F238E27FC236}">
                <a16:creationId xmlns:a16="http://schemas.microsoft.com/office/drawing/2014/main" id="{9E36BD0C-55A5-1C16-1E2A-947CDA042AA5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8" name="角丸四角形 50">
            <a:extLst>
              <a:ext uri="{FF2B5EF4-FFF2-40B4-BE49-F238E27FC236}">
                <a16:creationId xmlns:a16="http://schemas.microsoft.com/office/drawing/2014/main" id="{A8097C7E-EFC7-B517-17AB-D94590405176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9" name="角丸四角形 51">
            <a:extLst>
              <a:ext uri="{FF2B5EF4-FFF2-40B4-BE49-F238E27FC236}">
                <a16:creationId xmlns:a16="http://schemas.microsoft.com/office/drawing/2014/main" id="{C0839F40-800E-C71C-0DD4-2E7728634D17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4" name="角丸四角形 10">
            <a:extLst>
              <a:ext uri="{FF2B5EF4-FFF2-40B4-BE49-F238E27FC236}">
                <a16:creationId xmlns:a16="http://schemas.microsoft.com/office/drawing/2014/main" id="{7723DA78-E876-DC2D-089A-80076C6122C8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角丸四角形 11">
            <a:extLst>
              <a:ext uri="{FF2B5EF4-FFF2-40B4-BE49-F238E27FC236}">
                <a16:creationId xmlns:a16="http://schemas.microsoft.com/office/drawing/2014/main" id="{2C998972-DF8D-DC7E-384E-7192C7A81BD7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6" name="角丸四角形 12">
            <a:extLst>
              <a:ext uri="{FF2B5EF4-FFF2-40B4-BE49-F238E27FC236}">
                <a16:creationId xmlns:a16="http://schemas.microsoft.com/office/drawing/2014/main" id="{18A82C58-80A6-A378-56AF-73E6A893EB2E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7" name="角丸四角形 13">
            <a:extLst>
              <a:ext uri="{FF2B5EF4-FFF2-40B4-BE49-F238E27FC236}">
                <a16:creationId xmlns:a16="http://schemas.microsoft.com/office/drawing/2014/main" id="{A957C3E0-CCB5-7C38-C5C3-3872F83A2CE3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8" name="角丸四角形 14">
            <a:extLst>
              <a:ext uri="{FF2B5EF4-FFF2-40B4-BE49-F238E27FC236}">
                <a16:creationId xmlns:a16="http://schemas.microsoft.com/office/drawing/2014/main" id="{B1C4B58A-598B-6422-817C-F8428437B412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9" name="角丸四角形 15">
            <a:extLst>
              <a:ext uri="{FF2B5EF4-FFF2-40B4-BE49-F238E27FC236}">
                <a16:creationId xmlns:a16="http://schemas.microsoft.com/office/drawing/2014/main" id="{4B545EBF-2512-3088-1FE4-E13867833B60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0" name="角丸四角形 16">
            <a:extLst>
              <a:ext uri="{FF2B5EF4-FFF2-40B4-BE49-F238E27FC236}">
                <a16:creationId xmlns:a16="http://schemas.microsoft.com/office/drawing/2014/main" id="{551CA643-54C1-E1D5-8A3B-1BEDC67B9C88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1" name="角丸四角形 17">
            <a:extLst>
              <a:ext uri="{FF2B5EF4-FFF2-40B4-BE49-F238E27FC236}">
                <a16:creationId xmlns:a16="http://schemas.microsoft.com/office/drawing/2014/main" id="{FE93E749-A5C9-75FA-E468-9DBD2A74A924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2" name="角丸四角形 18">
            <a:extLst>
              <a:ext uri="{FF2B5EF4-FFF2-40B4-BE49-F238E27FC236}">
                <a16:creationId xmlns:a16="http://schemas.microsoft.com/office/drawing/2014/main" id="{53187A40-003F-6684-B5F0-9F7BED675A9E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3" name="角丸四角形 19">
            <a:extLst>
              <a:ext uri="{FF2B5EF4-FFF2-40B4-BE49-F238E27FC236}">
                <a16:creationId xmlns:a16="http://schemas.microsoft.com/office/drawing/2014/main" id="{BA75EB9F-189B-2A06-EFF9-CBEC1C477D84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角丸四角形 25">
            <a:extLst>
              <a:ext uri="{FF2B5EF4-FFF2-40B4-BE49-F238E27FC236}">
                <a16:creationId xmlns:a16="http://schemas.microsoft.com/office/drawing/2014/main" id="{FD93C9A7-5589-B11B-D453-BD2865C09C35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5" name="角丸四角形 26">
            <a:extLst>
              <a:ext uri="{FF2B5EF4-FFF2-40B4-BE49-F238E27FC236}">
                <a16:creationId xmlns:a16="http://schemas.microsoft.com/office/drawing/2014/main" id="{6923BB48-7A44-29B7-9900-806F8DA70917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6" name="角丸四角形 27">
            <a:extLst>
              <a:ext uri="{FF2B5EF4-FFF2-40B4-BE49-F238E27FC236}">
                <a16:creationId xmlns:a16="http://schemas.microsoft.com/office/drawing/2014/main" id="{1B9DE004-0411-4FD7-2099-C2646DBFF4B0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7" name="角丸四角形 28">
            <a:extLst>
              <a:ext uri="{FF2B5EF4-FFF2-40B4-BE49-F238E27FC236}">
                <a16:creationId xmlns:a16="http://schemas.microsoft.com/office/drawing/2014/main" id="{1B7D2DFF-BD41-FD13-CCA7-22AFC87DCB09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Mid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Click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8" name="角丸四角形 29">
            <a:extLst>
              <a:ext uri="{FF2B5EF4-FFF2-40B4-BE49-F238E27FC236}">
                <a16:creationId xmlns:a16="http://schemas.microsoft.com/office/drawing/2014/main" id="{FA62B11C-CE72-DF39-9BFA-E70419DC5831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9" name="角丸四角形 30">
            <a:extLst>
              <a:ext uri="{FF2B5EF4-FFF2-40B4-BE49-F238E27FC236}">
                <a16:creationId xmlns:a16="http://schemas.microsoft.com/office/drawing/2014/main" id="{7B300776-0B36-0A9B-76DC-712C0D5BD8E5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Wheel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Up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0" name="角丸四角形 31">
            <a:extLst>
              <a:ext uri="{FF2B5EF4-FFF2-40B4-BE49-F238E27FC236}">
                <a16:creationId xmlns:a16="http://schemas.microsoft.com/office/drawing/2014/main" id="{C739AF24-5715-3728-3951-D37946BB1EBC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1" name="角丸四角形 32">
            <a:extLst>
              <a:ext uri="{FF2B5EF4-FFF2-40B4-BE49-F238E27FC236}">
                <a16:creationId xmlns:a16="http://schemas.microsoft.com/office/drawing/2014/main" id="{1150871B-147C-BF20-7A01-412505906556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2" name="角丸四角形 33">
            <a:extLst>
              <a:ext uri="{FF2B5EF4-FFF2-40B4-BE49-F238E27FC236}">
                <a16:creationId xmlns:a16="http://schemas.microsoft.com/office/drawing/2014/main" id="{8DEF17B4-7EE6-B13F-6600-5473337720D1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3" name="角丸四角形 38">
            <a:extLst>
              <a:ext uri="{FF2B5EF4-FFF2-40B4-BE49-F238E27FC236}">
                <a16:creationId xmlns:a16="http://schemas.microsoft.com/office/drawing/2014/main" id="{25062C44-9F5C-EFDC-D09E-8CCF06F3780B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</a:p>
        </p:txBody>
      </p:sp>
      <p:sp>
        <p:nvSpPr>
          <p:cNvPr id="104" name="角丸四角形 39">
            <a:extLst>
              <a:ext uri="{FF2B5EF4-FFF2-40B4-BE49-F238E27FC236}">
                <a16:creationId xmlns:a16="http://schemas.microsoft.com/office/drawing/2014/main" id="{78A36F95-782B-103C-D52D-D57E4373D859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→→</a:t>
            </a:r>
          </a:p>
        </p:txBody>
      </p:sp>
      <p:sp>
        <p:nvSpPr>
          <p:cNvPr id="105" name="角丸四角形 40">
            <a:extLst>
              <a:ext uri="{FF2B5EF4-FFF2-40B4-BE49-F238E27FC236}">
                <a16:creationId xmlns:a16="http://schemas.microsoft.com/office/drawing/2014/main" id="{794349EE-FFC7-A9E3-9A12-F52FDF92A916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Grab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Window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6" name="角丸四角形 41">
            <a:extLst>
              <a:ext uri="{FF2B5EF4-FFF2-40B4-BE49-F238E27FC236}">
                <a16:creationId xmlns:a16="http://schemas.microsoft.com/office/drawing/2014/main" id="{A0DECD3D-7013-176A-F0BC-943ABF416FC6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Left</a:t>
            </a:r>
          </a:p>
          <a:p>
            <a:pPr algn="ctr"/>
            <a:r>
              <a:rPr lang="en-US" altLang="ja-JP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Click</a:t>
            </a:r>
            <a:endParaRPr lang="ja-JP" altLang="en-US" sz="11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7" name="角丸四角形 42">
            <a:extLst>
              <a:ext uri="{FF2B5EF4-FFF2-40B4-BE49-F238E27FC236}">
                <a16:creationId xmlns:a16="http://schemas.microsoft.com/office/drawing/2014/main" id="{B1F4B96C-569B-23AA-23C9-4DFE6376AC6B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Right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Click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8" name="角丸四角形 43">
            <a:extLst>
              <a:ext uri="{FF2B5EF4-FFF2-40B4-BE49-F238E27FC236}">
                <a16:creationId xmlns:a16="http://schemas.microsoft.com/office/drawing/2014/main" id="{540CF0F5-F535-4665-0045-4F094F9EFF83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Wheel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Left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9" name="角丸四角形 44">
            <a:extLst>
              <a:ext uri="{FF2B5EF4-FFF2-40B4-BE49-F238E27FC236}">
                <a16:creationId xmlns:a16="http://schemas.microsoft.com/office/drawing/2014/main" id="{662B716C-8300-1F9F-7A20-ED21F0894EF1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Wheel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Down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0" name="角丸四角形 45">
            <a:extLst>
              <a:ext uri="{FF2B5EF4-FFF2-40B4-BE49-F238E27FC236}">
                <a16:creationId xmlns:a16="http://schemas.microsoft.com/office/drawing/2014/main" id="{90FEB4F4-0ACB-D8D3-E0A2-6560700B2007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Wheel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Right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2" name="角丸四角形 52">
            <a:extLst>
              <a:ext uri="{FF2B5EF4-FFF2-40B4-BE49-F238E27FC236}">
                <a16:creationId xmlns:a16="http://schemas.microsoft.com/office/drawing/2014/main" id="{E914E80C-76D4-5FE5-8FBB-85ACDC95464B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3" name="角丸四角形 53">
            <a:extLst>
              <a:ext uri="{FF2B5EF4-FFF2-40B4-BE49-F238E27FC236}">
                <a16:creationId xmlns:a16="http://schemas.microsoft.com/office/drawing/2014/main" id="{9FA929B9-FDAC-49FA-0671-0BE7EB3FF173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4" name="角丸四角形 54">
            <a:extLst>
              <a:ext uri="{FF2B5EF4-FFF2-40B4-BE49-F238E27FC236}">
                <a16:creationId xmlns:a16="http://schemas.microsoft.com/office/drawing/2014/main" id="{5B666DA4-F613-2F7E-3C3B-D9FBE5338F84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Change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Window</a:t>
            </a:r>
          </a:p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Size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5" name="角丸四角形 55">
            <a:extLst>
              <a:ext uri="{FF2B5EF4-FFF2-40B4-BE49-F238E27FC236}">
                <a16:creationId xmlns:a16="http://schemas.microsoft.com/office/drawing/2014/main" id="{24324456-72DA-48F9-A7E7-DECD3F446535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6" name="角丸四角形 56">
            <a:extLst>
              <a:ext uri="{FF2B5EF4-FFF2-40B4-BE49-F238E27FC236}">
                <a16:creationId xmlns:a16="http://schemas.microsoft.com/office/drawing/2014/main" id="{ACE4B89B-A44A-71E9-2782-4A2DC2B03500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7" name="角丸四角形 57">
            <a:extLst>
              <a:ext uri="{FF2B5EF4-FFF2-40B4-BE49-F238E27FC236}">
                <a16:creationId xmlns:a16="http://schemas.microsoft.com/office/drawing/2014/main" id="{6F868365-2811-F304-6CF8-C257A3794B61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8" name="角丸四角形 58">
            <a:extLst>
              <a:ext uri="{FF2B5EF4-FFF2-40B4-BE49-F238E27FC236}">
                <a16:creationId xmlns:a16="http://schemas.microsoft.com/office/drawing/2014/main" id="{3DB4B515-7213-3297-EAD9-C3339B578813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角丸四角形 60">
            <a:extLst>
              <a:ext uri="{FF2B5EF4-FFF2-40B4-BE49-F238E27FC236}">
                <a16:creationId xmlns:a16="http://schemas.microsoft.com/office/drawing/2014/main" id="{F8C41851-982A-4271-7286-92946F22DA66}"/>
              </a:ext>
            </a:extLst>
          </p:cNvPr>
          <p:cNvSpPr/>
          <p:nvPr/>
        </p:nvSpPr>
        <p:spPr>
          <a:xfrm>
            <a:off x="974331" y="5062442"/>
            <a:ext cx="1479623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LSHIFT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角丸四角形 59">
            <a:extLst>
              <a:ext uri="{FF2B5EF4-FFF2-40B4-BE49-F238E27FC236}">
                <a16:creationId xmlns:a16="http://schemas.microsoft.com/office/drawing/2014/main" id="{2E7C9D2E-9C0C-9E7F-77D0-412E0EF63FF6}"/>
              </a:ext>
            </a:extLst>
          </p:cNvPr>
          <p:cNvSpPr/>
          <p:nvPr/>
        </p:nvSpPr>
        <p:spPr>
          <a:xfrm>
            <a:off x="9421913" y="5062442"/>
            <a:ext cx="1097544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RSHIFT</a:t>
            </a:r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角丸四角形 32">
            <a:extLst>
              <a:ext uri="{FF2B5EF4-FFF2-40B4-BE49-F238E27FC236}">
                <a16:creationId xmlns:a16="http://schemas.microsoft.com/office/drawing/2014/main" id="{7044E63A-4D6D-5076-DE39-CE3894E38C7C}"/>
              </a:ext>
            </a:extLst>
          </p:cNvPr>
          <p:cNvSpPr/>
          <p:nvPr/>
        </p:nvSpPr>
        <p:spPr>
          <a:xfrm>
            <a:off x="1419179" y="1444389"/>
            <a:ext cx="238522" cy="238928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角丸四角形 32">
            <a:extLst>
              <a:ext uri="{FF2B5EF4-FFF2-40B4-BE49-F238E27FC236}">
                <a16:creationId xmlns:a16="http://schemas.microsoft.com/office/drawing/2014/main" id="{C8A540EA-6486-0CAD-AA01-EE0E1E5C9708}"/>
              </a:ext>
            </a:extLst>
          </p:cNvPr>
          <p:cNvSpPr/>
          <p:nvPr/>
        </p:nvSpPr>
        <p:spPr>
          <a:xfrm>
            <a:off x="1419179" y="1806542"/>
            <a:ext cx="238522" cy="238928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08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F96E-5461-BFAC-E4F2-E3E84A69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C02236F-6FBC-31F2-CE84-BA5171341C9D}"/>
              </a:ext>
            </a:extLst>
          </p:cNvPr>
          <p:cNvSpPr txBox="1"/>
          <p:nvPr/>
        </p:nvSpPr>
        <p:spPr>
          <a:xfrm>
            <a:off x="361676" y="283700"/>
            <a:ext cx="5705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</a:t>
            </a:r>
            <a:r>
              <a:rPr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App-Specific(Powerpoint)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7E846FA9-A2B9-7622-16BC-E5A883368739}"/>
              </a:ext>
            </a:extLst>
          </p:cNvPr>
          <p:cNvSpPr txBox="1"/>
          <p:nvPr/>
        </p:nvSpPr>
        <p:spPr>
          <a:xfrm>
            <a:off x="909566" y="967563"/>
            <a:ext cx="79624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CAPS&amp;LCMD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で入力。</a:t>
            </a:r>
            <a:r>
              <a:rPr kumimoji="1" lang="en-US" altLang="ja-JP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RDP</a:t>
            </a:r>
            <a:r>
              <a:rPr kumimoji="1"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先で利用できないため、原則非推奨。</a:t>
            </a:r>
            <a:endParaRPr kumimoji="1"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固定枠</a:t>
            </a:r>
            <a:endParaRPr lang="en-US" altLang="ja-JP" sz="2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習得中</a:t>
            </a:r>
            <a:endParaRPr lang="en-US" altLang="ja-JP" sz="2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174CA47C-E9BE-6C3A-9B73-1DE71E3983A7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Trim</a:t>
            </a:r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角丸四角形 7">
            <a:extLst>
              <a:ext uri="{FF2B5EF4-FFF2-40B4-BE49-F238E27FC236}">
                <a16:creationId xmlns:a16="http://schemas.microsoft.com/office/drawing/2014/main" id="{07A85F98-C6B4-D603-98B2-8A623B4CADC7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上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59" name="角丸四角形 8">
            <a:extLst>
              <a:ext uri="{FF2B5EF4-FFF2-40B4-BE49-F238E27FC236}">
                <a16:creationId xmlns:a16="http://schemas.microsoft.com/office/drawing/2014/main" id="{AA1707DA-EE99-EE47-5274-6D9AA30F571E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中央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0" name="角丸四角形 9">
            <a:extLst>
              <a:ext uri="{FF2B5EF4-FFF2-40B4-BE49-F238E27FC236}">
                <a16:creationId xmlns:a16="http://schemas.microsoft.com/office/drawing/2014/main" id="{63ECFABF-EE7D-5A28-51C8-1528EA11EC54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下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3" name="角丸四角形 21">
            <a:extLst>
              <a:ext uri="{FF2B5EF4-FFF2-40B4-BE49-F238E27FC236}">
                <a16:creationId xmlns:a16="http://schemas.microsoft.com/office/drawing/2014/main" id="{74CB4C77-5A4B-31A2-7655-FA4034C53C8A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ID</a:t>
            </a: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箇条</a:t>
            </a:r>
          </a:p>
        </p:txBody>
      </p:sp>
      <p:sp>
        <p:nvSpPr>
          <p:cNvPr id="64" name="角丸四角形 22">
            <a:extLst>
              <a:ext uri="{FF2B5EF4-FFF2-40B4-BE49-F238E27FC236}">
                <a16:creationId xmlns:a16="http://schemas.microsoft.com/office/drawing/2014/main" id="{2BCF0F03-468F-4355-82AB-DA5CE31C76C7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左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7" name="角丸四角形 23">
            <a:extLst>
              <a:ext uri="{FF2B5EF4-FFF2-40B4-BE49-F238E27FC236}">
                <a16:creationId xmlns:a16="http://schemas.microsoft.com/office/drawing/2014/main" id="{43E79475-70DE-3530-5307-F830BDEF3121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中央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8" name="角丸四角形 24">
            <a:extLst>
              <a:ext uri="{FF2B5EF4-FFF2-40B4-BE49-F238E27FC236}">
                <a16:creationId xmlns:a16="http://schemas.microsoft.com/office/drawing/2014/main" id="{96B96FD7-D522-3EB8-3F40-FCBB81D29E85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右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70" name="角丸四角形 35">
            <a:extLst>
              <a:ext uri="{FF2B5EF4-FFF2-40B4-BE49-F238E27FC236}">
                <a16:creationId xmlns:a16="http://schemas.microsoft.com/office/drawing/2014/main" id="{35E3AF53-C155-3CC7-BBF7-A10941111646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箇条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書き</a:t>
            </a:r>
          </a:p>
        </p:txBody>
      </p:sp>
      <p:sp>
        <p:nvSpPr>
          <p:cNvPr id="71" name="角丸四角形 36">
            <a:extLst>
              <a:ext uri="{FF2B5EF4-FFF2-40B4-BE49-F238E27FC236}">
                <a16:creationId xmlns:a16="http://schemas.microsoft.com/office/drawing/2014/main" id="{BFA7B458-BE50-2191-000E-D13153CF100C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図形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配置</a:t>
            </a:r>
          </a:p>
        </p:txBody>
      </p:sp>
      <p:sp>
        <p:nvSpPr>
          <p:cNvPr id="75" name="角丸四角形 37">
            <a:extLst>
              <a:ext uri="{FF2B5EF4-FFF2-40B4-BE49-F238E27FC236}">
                <a16:creationId xmlns:a16="http://schemas.microsoft.com/office/drawing/2014/main" id="{DBE23DEA-345E-0829-690B-D16F51F48AE0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図形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塗り</a:t>
            </a:r>
          </a:p>
        </p:txBody>
      </p:sp>
      <p:sp>
        <p:nvSpPr>
          <p:cNvPr id="84" name="角丸四角形 10">
            <a:extLst>
              <a:ext uri="{FF2B5EF4-FFF2-40B4-BE49-F238E27FC236}">
                <a16:creationId xmlns:a16="http://schemas.microsoft.com/office/drawing/2014/main" id="{5D31E8CF-C875-684F-A51E-3EE9C74BF9F5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枠線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色変更</a:t>
            </a:r>
          </a:p>
        </p:txBody>
      </p:sp>
      <p:sp>
        <p:nvSpPr>
          <p:cNvPr id="85" name="角丸四角形 11">
            <a:extLst>
              <a:ext uri="{FF2B5EF4-FFF2-40B4-BE49-F238E27FC236}">
                <a16:creationId xmlns:a16="http://schemas.microsoft.com/office/drawing/2014/main" id="{B89B516F-BEF3-8B1A-64A7-0682979CBFD8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6" name="角丸四角形 12">
            <a:extLst>
              <a:ext uri="{FF2B5EF4-FFF2-40B4-BE49-F238E27FC236}">
                <a16:creationId xmlns:a16="http://schemas.microsoft.com/office/drawing/2014/main" id="{8367C968-9F65-0FB2-B78C-B290950B32EE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7" name="角丸四角形 13">
            <a:extLst>
              <a:ext uri="{FF2B5EF4-FFF2-40B4-BE49-F238E27FC236}">
                <a16:creationId xmlns:a16="http://schemas.microsoft.com/office/drawing/2014/main" id="{47454C44-C85E-A153-EB6E-7E85C9687CF8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8" name="角丸四角形 14">
            <a:extLst>
              <a:ext uri="{FF2B5EF4-FFF2-40B4-BE49-F238E27FC236}">
                <a16:creationId xmlns:a16="http://schemas.microsoft.com/office/drawing/2014/main" id="{F2D887A5-F2C2-8DB6-1EB3-00F50F6EADBF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9" name="角丸四角形 15">
            <a:extLst>
              <a:ext uri="{FF2B5EF4-FFF2-40B4-BE49-F238E27FC236}">
                <a16:creationId xmlns:a16="http://schemas.microsoft.com/office/drawing/2014/main" id="{45BE51D1-F44F-9D1A-C279-8F0C1F733AD4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0" name="角丸四角形 16">
            <a:extLst>
              <a:ext uri="{FF2B5EF4-FFF2-40B4-BE49-F238E27FC236}">
                <a16:creationId xmlns:a16="http://schemas.microsoft.com/office/drawing/2014/main" id="{BA969BD9-EFEE-52EB-EAD1-729A1F110B5B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1" name="角丸四角形 17">
            <a:extLst>
              <a:ext uri="{FF2B5EF4-FFF2-40B4-BE49-F238E27FC236}">
                <a16:creationId xmlns:a16="http://schemas.microsoft.com/office/drawing/2014/main" id="{8CDA6BE7-2570-EC83-491F-96DDD84AEB3C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2" name="角丸四角形 18">
            <a:extLst>
              <a:ext uri="{FF2B5EF4-FFF2-40B4-BE49-F238E27FC236}">
                <a16:creationId xmlns:a16="http://schemas.microsoft.com/office/drawing/2014/main" id="{F0DAF862-7AAB-325E-B9DE-A776CEB0D0AD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3" name="角丸四角形 19">
            <a:extLst>
              <a:ext uri="{FF2B5EF4-FFF2-40B4-BE49-F238E27FC236}">
                <a16:creationId xmlns:a16="http://schemas.microsoft.com/office/drawing/2014/main" id="{FD299A93-8953-22DE-61F9-ABF55BAFA9F4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角丸四角形 25">
            <a:extLst>
              <a:ext uri="{FF2B5EF4-FFF2-40B4-BE49-F238E27FC236}">
                <a16:creationId xmlns:a16="http://schemas.microsoft.com/office/drawing/2014/main" id="{2937A5E9-4F35-7D8C-1D08-0AC1ED015508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文字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色変更</a:t>
            </a:r>
          </a:p>
        </p:txBody>
      </p:sp>
      <p:sp>
        <p:nvSpPr>
          <p:cNvPr id="95" name="角丸四角形 26">
            <a:extLst>
              <a:ext uri="{FF2B5EF4-FFF2-40B4-BE49-F238E27FC236}">
                <a16:creationId xmlns:a16="http://schemas.microsoft.com/office/drawing/2014/main" id="{53E943C3-4BD5-6F06-E865-51E8607F364D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6" name="角丸四角形 27">
            <a:extLst>
              <a:ext uri="{FF2B5EF4-FFF2-40B4-BE49-F238E27FC236}">
                <a16:creationId xmlns:a16="http://schemas.microsoft.com/office/drawing/2014/main" id="{9B58A2A1-C848-B715-649F-BA41516B9D0F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7" name="角丸四角形 28">
            <a:extLst>
              <a:ext uri="{FF2B5EF4-FFF2-40B4-BE49-F238E27FC236}">
                <a16:creationId xmlns:a16="http://schemas.microsoft.com/office/drawing/2014/main" id="{80101E6A-45E8-EA1B-CC97-1F59E8D58563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8" name="角丸四角形 29">
            <a:extLst>
              <a:ext uri="{FF2B5EF4-FFF2-40B4-BE49-F238E27FC236}">
                <a16:creationId xmlns:a16="http://schemas.microsoft.com/office/drawing/2014/main" id="{2739C084-FE14-5E00-BB4D-A0BF9448C9D7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9" name="角丸四角形 30">
            <a:extLst>
              <a:ext uri="{FF2B5EF4-FFF2-40B4-BE49-F238E27FC236}">
                <a16:creationId xmlns:a16="http://schemas.microsoft.com/office/drawing/2014/main" id="{64AAADCA-277B-3C15-116D-5254BF1ECC06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0" name="角丸四角形 31">
            <a:extLst>
              <a:ext uri="{FF2B5EF4-FFF2-40B4-BE49-F238E27FC236}">
                <a16:creationId xmlns:a16="http://schemas.microsoft.com/office/drawing/2014/main" id="{BED78D93-7174-1718-E299-1243C632CC16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1" name="角丸四角形 32">
            <a:extLst>
              <a:ext uri="{FF2B5EF4-FFF2-40B4-BE49-F238E27FC236}">
                <a16:creationId xmlns:a16="http://schemas.microsoft.com/office/drawing/2014/main" id="{811CA3A0-2E19-9797-31A8-21A7507A2BBC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2" name="角丸四角形 33">
            <a:extLst>
              <a:ext uri="{FF2B5EF4-FFF2-40B4-BE49-F238E27FC236}">
                <a16:creationId xmlns:a16="http://schemas.microsoft.com/office/drawing/2014/main" id="{AD0DE56F-7E0B-A6A2-BA71-CF89F607F655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3" name="角丸四角形 38">
            <a:extLst>
              <a:ext uri="{FF2B5EF4-FFF2-40B4-BE49-F238E27FC236}">
                <a16:creationId xmlns:a16="http://schemas.microsoft.com/office/drawing/2014/main" id="{E830E8B0-D672-8D63-E5A5-F61E11D70357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図形</a:t>
            </a:r>
            <a:endParaRPr lang="en-US" altLang="ja-JP" sz="11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104" name="角丸四角形 39">
            <a:extLst>
              <a:ext uri="{FF2B5EF4-FFF2-40B4-BE49-F238E27FC236}">
                <a16:creationId xmlns:a16="http://schemas.microsoft.com/office/drawing/2014/main" id="{15EFDE3C-1EEF-9FAF-E25B-23DDEC0BA14C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図形の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書式設定</a:t>
            </a:r>
          </a:p>
        </p:txBody>
      </p:sp>
      <p:sp>
        <p:nvSpPr>
          <p:cNvPr id="105" name="角丸四角形 40">
            <a:extLst>
              <a:ext uri="{FF2B5EF4-FFF2-40B4-BE49-F238E27FC236}">
                <a16:creationId xmlns:a16="http://schemas.microsoft.com/office/drawing/2014/main" id="{FBD19EB7-B4E7-6029-F681-6CB89B7CE5BD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6" name="角丸四角形 41">
            <a:extLst>
              <a:ext uri="{FF2B5EF4-FFF2-40B4-BE49-F238E27FC236}">
                <a16:creationId xmlns:a16="http://schemas.microsoft.com/office/drawing/2014/main" id="{BF3DE802-44B6-1936-1B02-209320E4D3B3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7" name="角丸四角形 42">
            <a:extLst>
              <a:ext uri="{FF2B5EF4-FFF2-40B4-BE49-F238E27FC236}">
                <a16:creationId xmlns:a16="http://schemas.microsoft.com/office/drawing/2014/main" id="{FB61FA8E-37BF-B561-77E8-FD9D05A3B7C7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8" name="角丸四角形 43">
            <a:extLst>
              <a:ext uri="{FF2B5EF4-FFF2-40B4-BE49-F238E27FC236}">
                <a16:creationId xmlns:a16="http://schemas.microsoft.com/office/drawing/2014/main" id="{4D0AC8AB-4C74-9B4B-77A2-D79EA9319422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9" name="角丸四角形 44">
            <a:extLst>
              <a:ext uri="{FF2B5EF4-FFF2-40B4-BE49-F238E27FC236}">
                <a16:creationId xmlns:a16="http://schemas.microsoft.com/office/drawing/2014/main" id="{85C15E7B-B507-24A0-AD17-26FC543C2EE2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0" name="角丸四角形 45">
            <a:extLst>
              <a:ext uri="{FF2B5EF4-FFF2-40B4-BE49-F238E27FC236}">
                <a16:creationId xmlns:a16="http://schemas.microsoft.com/office/drawing/2014/main" id="{1FA16BC1-A48C-9D39-6824-00F5A10E2600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3" name="角丸四角形 53">
            <a:extLst>
              <a:ext uri="{FF2B5EF4-FFF2-40B4-BE49-F238E27FC236}">
                <a16:creationId xmlns:a16="http://schemas.microsoft.com/office/drawing/2014/main" id="{8B4B8B9D-437C-B1DA-7C0F-39413A723644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枠線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太さ</a:t>
            </a:r>
          </a:p>
        </p:txBody>
      </p:sp>
      <p:sp>
        <p:nvSpPr>
          <p:cNvPr id="77" name="角丸四角形 49">
            <a:extLst>
              <a:ext uri="{FF2B5EF4-FFF2-40B4-BE49-F238E27FC236}">
                <a16:creationId xmlns:a16="http://schemas.microsoft.com/office/drawing/2014/main" id="{F3E1FF0F-FAB8-C62A-40E0-E66D5B30E087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最背面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移動</a:t>
            </a:r>
          </a:p>
        </p:txBody>
      </p:sp>
      <p:sp>
        <p:nvSpPr>
          <p:cNvPr id="78" name="角丸四角形 50">
            <a:extLst>
              <a:ext uri="{FF2B5EF4-FFF2-40B4-BE49-F238E27FC236}">
                <a16:creationId xmlns:a16="http://schemas.microsoft.com/office/drawing/2014/main" id="{324128A2-00D6-3B44-FB32-C5AB3246A0C7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最前面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移動</a:t>
            </a:r>
          </a:p>
        </p:txBody>
      </p:sp>
      <p:sp>
        <p:nvSpPr>
          <p:cNvPr id="79" name="角丸四角形 51">
            <a:extLst>
              <a:ext uri="{FF2B5EF4-FFF2-40B4-BE49-F238E27FC236}">
                <a16:creationId xmlns:a16="http://schemas.microsoft.com/office/drawing/2014/main" id="{DCD9860C-4E4F-B910-E818-BCE4156383B4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表</a:t>
            </a:r>
          </a:p>
        </p:txBody>
      </p:sp>
      <p:sp>
        <p:nvSpPr>
          <p:cNvPr id="112" name="角丸四角形 52">
            <a:extLst>
              <a:ext uri="{FF2B5EF4-FFF2-40B4-BE49-F238E27FC236}">
                <a16:creationId xmlns:a16="http://schemas.microsoft.com/office/drawing/2014/main" id="{17649594-D54D-BC50-3156-41FD9F468264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アイ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コン</a:t>
            </a:r>
          </a:p>
        </p:txBody>
      </p:sp>
      <p:sp>
        <p:nvSpPr>
          <p:cNvPr id="114" name="角丸四角形 54">
            <a:extLst>
              <a:ext uri="{FF2B5EF4-FFF2-40B4-BE49-F238E27FC236}">
                <a16:creationId xmlns:a16="http://schemas.microsoft.com/office/drawing/2014/main" id="{92BC3DB4-1646-34C3-7F96-A6E8ECDD9A8E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5" name="角丸四角形 55">
            <a:extLst>
              <a:ext uri="{FF2B5EF4-FFF2-40B4-BE49-F238E27FC236}">
                <a16:creationId xmlns:a16="http://schemas.microsoft.com/office/drawing/2014/main" id="{23AAC887-4E39-0D7B-8D8E-42AAD6BE703C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6" name="角丸四角形 56">
            <a:extLst>
              <a:ext uri="{FF2B5EF4-FFF2-40B4-BE49-F238E27FC236}">
                <a16:creationId xmlns:a16="http://schemas.microsoft.com/office/drawing/2014/main" id="{24DD99A7-A3DB-1C0A-D943-8D27E0C34DA2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7" name="角丸四角形 57">
            <a:extLst>
              <a:ext uri="{FF2B5EF4-FFF2-40B4-BE49-F238E27FC236}">
                <a16:creationId xmlns:a16="http://schemas.microsoft.com/office/drawing/2014/main" id="{7D7A5043-8272-199E-E6AD-A5556D2A28C4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8" name="角丸四角形 58">
            <a:extLst>
              <a:ext uri="{FF2B5EF4-FFF2-40B4-BE49-F238E27FC236}">
                <a16:creationId xmlns:a16="http://schemas.microsoft.com/office/drawing/2014/main" id="{FD224B70-9DDE-B43C-5464-B19088D94E4F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角丸四角形 32">
            <a:extLst>
              <a:ext uri="{FF2B5EF4-FFF2-40B4-BE49-F238E27FC236}">
                <a16:creationId xmlns:a16="http://schemas.microsoft.com/office/drawing/2014/main" id="{2788C107-2778-0BC0-12BE-4DE7973811BB}"/>
              </a:ext>
            </a:extLst>
          </p:cNvPr>
          <p:cNvSpPr/>
          <p:nvPr/>
        </p:nvSpPr>
        <p:spPr>
          <a:xfrm>
            <a:off x="1419179" y="1444389"/>
            <a:ext cx="238522" cy="238928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角丸四角形 32">
            <a:extLst>
              <a:ext uri="{FF2B5EF4-FFF2-40B4-BE49-F238E27FC236}">
                <a16:creationId xmlns:a16="http://schemas.microsoft.com/office/drawing/2014/main" id="{35091D7A-4097-0BD9-AB75-5EC8D6B0C250}"/>
              </a:ext>
            </a:extLst>
          </p:cNvPr>
          <p:cNvSpPr/>
          <p:nvPr/>
        </p:nvSpPr>
        <p:spPr>
          <a:xfrm>
            <a:off x="1419179" y="1806542"/>
            <a:ext cx="238522" cy="238928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角丸四角形 48">
            <a:extLst>
              <a:ext uri="{FF2B5EF4-FFF2-40B4-BE49-F238E27FC236}">
                <a16:creationId xmlns:a16="http://schemas.microsoft.com/office/drawing/2014/main" id="{FA0B64A5-569A-030D-55F0-1C6700D9D117}"/>
              </a:ext>
            </a:extLst>
          </p:cNvPr>
          <p:cNvSpPr/>
          <p:nvPr/>
        </p:nvSpPr>
        <p:spPr>
          <a:xfrm>
            <a:off x="974330" y="4387776"/>
            <a:ext cx="1162115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角丸四角形 67">
            <a:extLst>
              <a:ext uri="{FF2B5EF4-FFF2-40B4-BE49-F238E27FC236}">
                <a16:creationId xmlns:a16="http://schemas.microsoft.com/office/drawing/2014/main" id="{AF945655-3E64-2A24-5F52-20A15A3E02AF}"/>
              </a:ext>
            </a:extLst>
          </p:cNvPr>
          <p:cNvSpPr/>
          <p:nvPr/>
        </p:nvSpPr>
        <p:spPr>
          <a:xfrm>
            <a:off x="2682684" y="5737108"/>
            <a:ext cx="961198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角丸四角形 5">
            <a:extLst>
              <a:ext uri="{FF2B5EF4-FFF2-40B4-BE49-F238E27FC236}">
                <a16:creationId xmlns:a16="http://schemas.microsoft.com/office/drawing/2014/main" id="{F305F2C6-239A-8C67-7D5D-6A92E2ADB781}"/>
              </a:ext>
            </a:extLst>
          </p:cNvPr>
          <p:cNvSpPr/>
          <p:nvPr/>
        </p:nvSpPr>
        <p:spPr>
          <a:xfrm>
            <a:off x="98215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角丸四角形 34">
            <a:extLst>
              <a:ext uri="{FF2B5EF4-FFF2-40B4-BE49-F238E27FC236}">
                <a16:creationId xmlns:a16="http://schemas.microsoft.com/office/drawing/2014/main" id="{0244E92C-E8F6-2BB9-39DE-4F8E53645886}"/>
              </a:ext>
            </a:extLst>
          </p:cNvPr>
          <p:cNvSpPr/>
          <p:nvPr/>
        </p:nvSpPr>
        <p:spPr>
          <a:xfrm>
            <a:off x="974330" y="3713110"/>
            <a:ext cx="927448" cy="59716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スライド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マスタ</a:t>
            </a:r>
          </a:p>
        </p:txBody>
      </p:sp>
      <p:pic>
        <p:nvPicPr>
          <p:cNvPr id="25" name="Picture 2" descr="「powerpoint」の画像検索結果">
            <a:extLst>
              <a:ext uri="{FF2B5EF4-FFF2-40B4-BE49-F238E27FC236}">
                <a16:creationId xmlns:a16="http://schemas.microsoft.com/office/drawing/2014/main" id="{E7AD2E85-18F6-5A51-DEAE-F67A6649B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484" y="612689"/>
            <a:ext cx="1007950" cy="100795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角丸四角形 46">
            <a:extLst>
              <a:ext uri="{FF2B5EF4-FFF2-40B4-BE49-F238E27FC236}">
                <a16:creationId xmlns:a16="http://schemas.microsoft.com/office/drawing/2014/main" id="{C74B8370-F333-536C-ACBD-9F958FEED7EF}"/>
              </a:ext>
            </a:extLst>
          </p:cNvPr>
          <p:cNvSpPr/>
          <p:nvPr/>
        </p:nvSpPr>
        <p:spPr>
          <a:xfrm>
            <a:off x="9802604" y="4387776"/>
            <a:ext cx="1415064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28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12DF-5E6E-D0E1-1991-9EB7987D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「Excel」の画像検索結果">
            <a:extLst>
              <a:ext uri="{FF2B5EF4-FFF2-40B4-BE49-F238E27FC236}">
                <a16:creationId xmlns:a16="http://schemas.microsoft.com/office/drawing/2014/main" id="{E4DC740C-D742-DBAF-DD49-41515156A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484" y="612689"/>
            <a:ext cx="1007950" cy="10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9A9BBB9-5966-CB0F-E546-289485DFEC7F}"/>
              </a:ext>
            </a:extLst>
          </p:cNvPr>
          <p:cNvSpPr txBox="1"/>
          <p:nvPr/>
        </p:nvSpPr>
        <p:spPr>
          <a:xfrm>
            <a:off x="361676" y="283700"/>
            <a:ext cx="4719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Key:</a:t>
            </a:r>
            <a:r>
              <a:rPr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App-Specific(Excel)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5772912D-2F08-06ED-6545-3F9F28BED4CF}"/>
              </a:ext>
            </a:extLst>
          </p:cNvPr>
          <p:cNvSpPr txBox="1"/>
          <p:nvPr/>
        </p:nvSpPr>
        <p:spPr>
          <a:xfrm>
            <a:off x="909566" y="967563"/>
            <a:ext cx="7960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CAPS&amp;LCMD</a:t>
            </a:r>
            <a:r>
              <a:rPr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で入力。</a:t>
            </a:r>
            <a:r>
              <a:rPr lang="en-US" altLang="ja-JP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RDP</a:t>
            </a:r>
            <a:r>
              <a:rPr lang="ja-JP" altLang="en-US" sz="24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先で利用できないため、原則非推奨。</a:t>
            </a:r>
            <a:endParaRPr lang="en-US" altLang="ja-JP" sz="24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PPTX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共通</a:t>
            </a:r>
            <a:endParaRPr lang="en-US" altLang="ja-JP" sz="2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罫線関連</a:t>
            </a:r>
            <a:endParaRPr lang="en-US" altLang="ja-JP" sz="2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84A25A63-E79B-EF59-970B-CBA2B4CF2E00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</a:rPr>
              <a:t>フィルタ</a:t>
            </a:r>
          </a:p>
        </p:txBody>
      </p:sp>
      <p:sp>
        <p:nvSpPr>
          <p:cNvPr id="58" name="角丸四角形 7">
            <a:extLst>
              <a:ext uri="{FF2B5EF4-FFF2-40B4-BE49-F238E27FC236}">
                <a16:creationId xmlns:a16="http://schemas.microsoft.com/office/drawing/2014/main" id="{3F7AEFC5-D4DF-B963-55A3-4FC7B2CE9216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上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59" name="角丸四角形 8">
            <a:extLst>
              <a:ext uri="{FF2B5EF4-FFF2-40B4-BE49-F238E27FC236}">
                <a16:creationId xmlns:a16="http://schemas.microsoft.com/office/drawing/2014/main" id="{B8DAA6F9-3194-2B12-5228-1E4A04C2F542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中央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0" name="角丸四角形 9">
            <a:extLst>
              <a:ext uri="{FF2B5EF4-FFF2-40B4-BE49-F238E27FC236}">
                <a16:creationId xmlns:a16="http://schemas.microsoft.com/office/drawing/2014/main" id="{0250F465-7BC5-9BF4-2102-073F650E7651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下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3" name="角丸四角形 21">
            <a:extLst>
              <a:ext uri="{FF2B5EF4-FFF2-40B4-BE49-F238E27FC236}">
                <a16:creationId xmlns:a16="http://schemas.microsoft.com/office/drawing/2014/main" id="{8EE08434-A5F6-F85B-C647-FFEDB6DF409A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セル幅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調整</a:t>
            </a:r>
          </a:p>
        </p:txBody>
      </p:sp>
      <p:sp>
        <p:nvSpPr>
          <p:cNvPr id="64" name="角丸四角形 22">
            <a:extLst>
              <a:ext uri="{FF2B5EF4-FFF2-40B4-BE49-F238E27FC236}">
                <a16:creationId xmlns:a16="http://schemas.microsoft.com/office/drawing/2014/main" id="{199E06D5-F6FF-9440-9070-88918AA89A78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左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7" name="角丸四角形 23">
            <a:extLst>
              <a:ext uri="{FF2B5EF4-FFF2-40B4-BE49-F238E27FC236}">
                <a16:creationId xmlns:a16="http://schemas.microsoft.com/office/drawing/2014/main" id="{6E1B27DB-0052-DC16-0999-BA35020E816F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中央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68" name="角丸四角形 24">
            <a:extLst>
              <a:ext uri="{FF2B5EF4-FFF2-40B4-BE49-F238E27FC236}">
                <a16:creationId xmlns:a16="http://schemas.microsoft.com/office/drawing/2014/main" id="{458BA5E6-B89D-D545-30F7-120F3088E98D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右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揃え</a:t>
            </a:r>
          </a:p>
        </p:txBody>
      </p:sp>
      <p:sp>
        <p:nvSpPr>
          <p:cNvPr id="70" name="角丸四角形 35">
            <a:extLst>
              <a:ext uri="{FF2B5EF4-FFF2-40B4-BE49-F238E27FC236}">
                <a16:creationId xmlns:a16="http://schemas.microsoft.com/office/drawing/2014/main" id="{FE87A5E4-0647-223C-A537-24F77C17C1B2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マクロ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実行</a:t>
            </a:r>
          </a:p>
        </p:txBody>
      </p:sp>
      <p:sp>
        <p:nvSpPr>
          <p:cNvPr id="71" name="角丸四角形 36">
            <a:extLst>
              <a:ext uri="{FF2B5EF4-FFF2-40B4-BE49-F238E27FC236}">
                <a16:creationId xmlns:a16="http://schemas.microsoft.com/office/drawing/2014/main" id="{61FFC07A-B342-30FC-EF52-0DF7E6FB2761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シート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切替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←</a:t>
            </a:r>
          </a:p>
        </p:txBody>
      </p:sp>
      <p:sp>
        <p:nvSpPr>
          <p:cNvPr id="75" name="角丸四角形 37">
            <a:extLst>
              <a:ext uri="{FF2B5EF4-FFF2-40B4-BE49-F238E27FC236}">
                <a16:creationId xmlns:a16="http://schemas.microsoft.com/office/drawing/2014/main" id="{B8247D8F-E66C-58F3-410F-DCB6A05D7BA0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背景色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変更</a:t>
            </a:r>
          </a:p>
        </p:txBody>
      </p:sp>
      <p:sp>
        <p:nvSpPr>
          <p:cNvPr id="84" name="角丸四角形 10">
            <a:extLst>
              <a:ext uri="{FF2B5EF4-FFF2-40B4-BE49-F238E27FC236}">
                <a16:creationId xmlns:a16="http://schemas.microsoft.com/office/drawing/2014/main" id="{F73BED43-7E2C-1356-ED71-0068AE2C29C5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枠線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色変更</a:t>
            </a:r>
          </a:p>
        </p:txBody>
      </p:sp>
      <p:sp>
        <p:nvSpPr>
          <p:cNvPr id="85" name="角丸四角形 11">
            <a:extLst>
              <a:ext uri="{FF2B5EF4-FFF2-40B4-BE49-F238E27FC236}">
                <a16:creationId xmlns:a16="http://schemas.microsoft.com/office/drawing/2014/main" id="{96FF5DF9-7FEF-95D7-1FA3-860A9219E361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6" name="角丸四角形 12">
            <a:extLst>
              <a:ext uri="{FF2B5EF4-FFF2-40B4-BE49-F238E27FC236}">
                <a16:creationId xmlns:a16="http://schemas.microsoft.com/office/drawing/2014/main" id="{76E62353-B8C4-FD5D-475E-52456BA4D4DF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7" name="角丸四角形 13">
            <a:extLst>
              <a:ext uri="{FF2B5EF4-FFF2-40B4-BE49-F238E27FC236}">
                <a16:creationId xmlns:a16="http://schemas.microsoft.com/office/drawing/2014/main" id="{5756CE57-2163-3B9C-AA77-270099CB2AB3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8" name="角丸四角形 14">
            <a:extLst>
              <a:ext uri="{FF2B5EF4-FFF2-40B4-BE49-F238E27FC236}">
                <a16:creationId xmlns:a16="http://schemas.microsoft.com/office/drawing/2014/main" id="{737FAEFA-C7AE-D9A7-2371-CEABB5EB2CB9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9" name="角丸四角形 15">
            <a:extLst>
              <a:ext uri="{FF2B5EF4-FFF2-40B4-BE49-F238E27FC236}">
                <a16:creationId xmlns:a16="http://schemas.microsoft.com/office/drawing/2014/main" id="{F42A090A-9C0C-5683-AF35-7D3C2279A6D5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0" name="角丸四角形 16">
            <a:extLst>
              <a:ext uri="{FF2B5EF4-FFF2-40B4-BE49-F238E27FC236}">
                <a16:creationId xmlns:a16="http://schemas.microsoft.com/office/drawing/2014/main" id="{CF5B7A86-353E-E9B1-7A19-1CAEB14676D0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1" name="角丸四角形 17">
            <a:extLst>
              <a:ext uri="{FF2B5EF4-FFF2-40B4-BE49-F238E27FC236}">
                <a16:creationId xmlns:a16="http://schemas.microsoft.com/office/drawing/2014/main" id="{A98A697C-05BA-A228-CE00-06FA36461BA4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2" name="角丸四角形 18">
            <a:extLst>
              <a:ext uri="{FF2B5EF4-FFF2-40B4-BE49-F238E27FC236}">
                <a16:creationId xmlns:a16="http://schemas.microsoft.com/office/drawing/2014/main" id="{DF028AF3-DC72-D09C-C3BF-BDB3B0AF648B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3" name="角丸四角形 19">
            <a:extLst>
              <a:ext uri="{FF2B5EF4-FFF2-40B4-BE49-F238E27FC236}">
                <a16:creationId xmlns:a16="http://schemas.microsoft.com/office/drawing/2014/main" id="{FB5CB7FB-52DB-FCFF-17D2-A30C610891B7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角丸四角形 25">
            <a:extLst>
              <a:ext uri="{FF2B5EF4-FFF2-40B4-BE49-F238E27FC236}">
                <a16:creationId xmlns:a16="http://schemas.microsoft.com/office/drawing/2014/main" id="{C0F66CE3-113D-8144-DFE2-4AF1AB1B6243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文字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色変更</a:t>
            </a:r>
          </a:p>
        </p:txBody>
      </p:sp>
      <p:sp>
        <p:nvSpPr>
          <p:cNvPr id="95" name="角丸四角形 26">
            <a:extLst>
              <a:ext uri="{FF2B5EF4-FFF2-40B4-BE49-F238E27FC236}">
                <a16:creationId xmlns:a16="http://schemas.microsoft.com/office/drawing/2014/main" id="{5C1B80A6-CA13-B6FA-7E90-8177D4F60DF5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6" name="角丸四角形 27">
            <a:extLst>
              <a:ext uri="{FF2B5EF4-FFF2-40B4-BE49-F238E27FC236}">
                <a16:creationId xmlns:a16="http://schemas.microsoft.com/office/drawing/2014/main" id="{91FF75D2-F476-47F1-1E2A-B15BA999F4C1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格子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7" name="角丸四角形 28">
            <a:extLst>
              <a:ext uri="{FF2B5EF4-FFF2-40B4-BE49-F238E27FC236}">
                <a16:creationId xmlns:a16="http://schemas.microsoft.com/office/drawing/2014/main" id="{0386873B-B99C-FCCA-9841-E87A6CF2356A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上</a:t>
            </a:r>
          </a:p>
        </p:txBody>
      </p:sp>
      <p:sp>
        <p:nvSpPr>
          <p:cNvPr id="98" name="角丸四角形 29">
            <a:extLst>
              <a:ext uri="{FF2B5EF4-FFF2-40B4-BE49-F238E27FC236}">
                <a16:creationId xmlns:a16="http://schemas.microsoft.com/office/drawing/2014/main" id="{D12932A7-1FA2-2D3D-FDF9-3C3EFDE38AA1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外枠</a:t>
            </a:r>
          </a:p>
        </p:txBody>
      </p:sp>
      <p:sp>
        <p:nvSpPr>
          <p:cNvPr id="99" name="角丸四角形 30">
            <a:extLst>
              <a:ext uri="{FF2B5EF4-FFF2-40B4-BE49-F238E27FC236}">
                <a16:creationId xmlns:a16="http://schemas.microsoft.com/office/drawing/2014/main" id="{9CF6B3CC-E45B-0F68-C739-3943D5F97F92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0" name="角丸四角形 31">
            <a:extLst>
              <a:ext uri="{FF2B5EF4-FFF2-40B4-BE49-F238E27FC236}">
                <a16:creationId xmlns:a16="http://schemas.microsoft.com/office/drawing/2014/main" id="{F9249004-E8B0-2A22-837C-E5E5C5DCDBA3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1" name="角丸四角形 32">
            <a:extLst>
              <a:ext uri="{FF2B5EF4-FFF2-40B4-BE49-F238E27FC236}">
                <a16:creationId xmlns:a16="http://schemas.microsoft.com/office/drawing/2014/main" id="{16A17664-0E6A-6BC0-7EC5-D6FF784198FF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2" name="角丸四角形 33">
            <a:extLst>
              <a:ext uri="{FF2B5EF4-FFF2-40B4-BE49-F238E27FC236}">
                <a16:creationId xmlns:a16="http://schemas.microsoft.com/office/drawing/2014/main" id="{B08628FB-E4E8-3F21-D256-2859856F42E6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シート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削除</a:t>
            </a:r>
          </a:p>
        </p:txBody>
      </p:sp>
      <p:sp>
        <p:nvSpPr>
          <p:cNvPr id="103" name="角丸四角形 38">
            <a:extLst>
              <a:ext uri="{FF2B5EF4-FFF2-40B4-BE49-F238E27FC236}">
                <a16:creationId xmlns:a16="http://schemas.microsoft.com/office/drawing/2014/main" id="{DDDE2B83-77AB-B28C-547A-DCBA6A6B54C9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シート</a:t>
            </a:r>
            <a:endParaRPr lang="en-US" altLang="ja-JP" sz="11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切替</a:t>
            </a:r>
            <a:endParaRPr lang="en-US" altLang="ja-JP" sz="11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</a:p>
        </p:txBody>
      </p:sp>
      <p:sp>
        <p:nvSpPr>
          <p:cNvPr id="104" name="角丸四角形 39">
            <a:extLst>
              <a:ext uri="{FF2B5EF4-FFF2-40B4-BE49-F238E27FC236}">
                <a16:creationId xmlns:a16="http://schemas.microsoft.com/office/drawing/2014/main" id="{9C7A2C96-68F2-91A2-AA0D-AC89B13D8A60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セル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結合</a:t>
            </a:r>
          </a:p>
        </p:txBody>
      </p:sp>
      <p:sp>
        <p:nvSpPr>
          <p:cNvPr id="105" name="角丸四角形 40">
            <a:extLst>
              <a:ext uri="{FF2B5EF4-FFF2-40B4-BE49-F238E27FC236}">
                <a16:creationId xmlns:a16="http://schemas.microsoft.com/office/drawing/2014/main" id="{0CFCF8A7-70EF-95E3-4C2C-18F05C326736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削除</a:t>
            </a:r>
          </a:p>
        </p:txBody>
      </p:sp>
      <p:sp>
        <p:nvSpPr>
          <p:cNvPr id="106" name="角丸四角形 41">
            <a:extLst>
              <a:ext uri="{FF2B5EF4-FFF2-40B4-BE49-F238E27FC236}">
                <a16:creationId xmlns:a16="http://schemas.microsoft.com/office/drawing/2014/main" id="{82148A1B-F34E-20E4-2CE3-EA755ADB771D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 u="sng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左</a:t>
            </a:r>
          </a:p>
        </p:txBody>
      </p:sp>
      <p:sp>
        <p:nvSpPr>
          <p:cNvPr id="107" name="角丸四角形 42">
            <a:extLst>
              <a:ext uri="{FF2B5EF4-FFF2-40B4-BE49-F238E27FC236}">
                <a16:creationId xmlns:a16="http://schemas.microsoft.com/office/drawing/2014/main" id="{6A9601D4-CCBA-C3FF-BC86-7334B7AD8B8B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下</a:t>
            </a:r>
          </a:p>
        </p:txBody>
      </p:sp>
      <p:sp>
        <p:nvSpPr>
          <p:cNvPr id="108" name="角丸四角形 43">
            <a:extLst>
              <a:ext uri="{FF2B5EF4-FFF2-40B4-BE49-F238E27FC236}">
                <a16:creationId xmlns:a16="http://schemas.microsoft.com/office/drawing/2014/main" id="{BD56B88C-6D28-D307-AC64-B719635CF224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右</a:t>
            </a:r>
          </a:p>
        </p:txBody>
      </p:sp>
      <p:sp>
        <p:nvSpPr>
          <p:cNvPr id="109" name="角丸四角形 44">
            <a:extLst>
              <a:ext uri="{FF2B5EF4-FFF2-40B4-BE49-F238E27FC236}">
                <a16:creationId xmlns:a16="http://schemas.microsoft.com/office/drawing/2014/main" id="{4A5A90C2-A919-39E3-4E6C-F086DEF4F69C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0" name="角丸四角形 45">
            <a:extLst>
              <a:ext uri="{FF2B5EF4-FFF2-40B4-BE49-F238E27FC236}">
                <a16:creationId xmlns:a16="http://schemas.microsoft.com/office/drawing/2014/main" id="{1426107D-9F7B-071E-4562-D6608B77BEB6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3" name="角丸四角形 53">
            <a:extLst>
              <a:ext uri="{FF2B5EF4-FFF2-40B4-BE49-F238E27FC236}">
                <a16:creationId xmlns:a16="http://schemas.microsoft.com/office/drawing/2014/main" id="{9A64505C-EACE-9172-9FE7-1E5C17269458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罫線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デザイン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7" name="角丸四角形 49">
            <a:extLst>
              <a:ext uri="{FF2B5EF4-FFF2-40B4-BE49-F238E27FC236}">
                <a16:creationId xmlns:a16="http://schemas.microsoft.com/office/drawing/2014/main" id="{41758521-C886-6D43-5516-8A9FE773BBBC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8" name="角丸四角形 50">
            <a:extLst>
              <a:ext uri="{FF2B5EF4-FFF2-40B4-BE49-F238E27FC236}">
                <a16:creationId xmlns:a16="http://schemas.microsoft.com/office/drawing/2014/main" id="{A1D3D639-8274-F746-9DFB-29653DAD1503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9" name="角丸四角形 51">
            <a:extLst>
              <a:ext uri="{FF2B5EF4-FFF2-40B4-BE49-F238E27FC236}">
                <a16:creationId xmlns:a16="http://schemas.microsoft.com/office/drawing/2014/main" id="{B8C5FFF9-41DD-2D58-200C-73ECD8CD0328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2" name="角丸四角形 52">
            <a:extLst>
              <a:ext uri="{FF2B5EF4-FFF2-40B4-BE49-F238E27FC236}">
                <a16:creationId xmlns:a16="http://schemas.microsoft.com/office/drawing/2014/main" id="{BAC968D1-30E2-0DC2-C8EF-95EE96CF91B6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4" name="角丸四角形 54">
            <a:extLst>
              <a:ext uri="{FF2B5EF4-FFF2-40B4-BE49-F238E27FC236}">
                <a16:creationId xmlns:a16="http://schemas.microsoft.com/office/drawing/2014/main" id="{B2267488-816D-CB00-71AA-BFD6AF6F828A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5" name="角丸四角形 55">
            <a:extLst>
              <a:ext uri="{FF2B5EF4-FFF2-40B4-BE49-F238E27FC236}">
                <a16:creationId xmlns:a16="http://schemas.microsoft.com/office/drawing/2014/main" id="{693F30D1-3B33-8DB8-C5EA-8424BE5D6B52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6" name="角丸四角形 56">
            <a:extLst>
              <a:ext uri="{FF2B5EF4-FFF2-40B4-BE49-F238E27FC236}">
                <a16:creationId xmlns:a16="http://schemas.microsoft.com/office/drawing/2014/main" id="{934D1C9F-5F00-BB71-A589-25135F8D6EA1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7" name="角丸四角形 57">
            <a:extLst>
              <a:ext uri="{FF2B5EF4-FFF2-40B4-BE49-F238E27FC236}">
                <a16:creationId xmlns:a16="http://schemas.microsoft.com/office/drawing/2014/main" id="{B6F3CDA5-CF88-A8BF-DD41-EE0CDCD0C9B5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8" name="角丸四角形 58">
            <a:extLst>
              <a:ext uri="{FF2B5EF4-FFF2-40B4-BE49-F238E27FC236}">
                <a16:creationId xmlns:a16="http://schemas.microsoft.com/office/drawing/2014/main" id="{A59D1DBC-8A0A-51FF-1445-7BF46A358072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角丸四角形 32">
            <a:extLst>
              <a:ext uri="{FF2B5EF4-FFF2-40B4-BE49-F238E27FC236}">
                <a16:creationId xmlns:a16="http://schemas.microsoft.com/office/drawing/2014/main" id="{2F43F4B6-7830-08BD-CC78-77CD48D9CEDB}"/>
              </a:ext>
            </a:extLst>
          </p:cNvPr>
          <p:cNvSpPr/>
          <p:nvPr/>
        </p:nvSpPr>
        <p:spPr>
          <a:xfrm>
            <a:off x="1419179" y="1444389"/>
            <a:ext cx="238522" cy="238928"/>
          </a:xfrm>
          <a:prstGeom prst="round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角丸四角形 32">
            <a:extLst>
              <a:ext uri="{FF2B5EF4-FFF2-40B4-BE49-F238E27FC236}">
                <a16:creationId xmlns:a16="http://schemas.microsoft.com/office/drawing/2014/main" id="{D913FE1E-8C65-776C-F360-08472F44C602}"/>
              </a:ext>
            </a:extLst>
          </p:cNvPr>
          <p:cNvSpPr/>
          <p:nvPr/>
        </p:nvSpPr>
        <p:spPr>
          <a:xfrm>
            <a:off x="1419179" y="1806542"/>
            <a:ext cx="238522" cy="238928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2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角丸四角形 48">
            <a:extLst>
              <a:ext uri="{FF2B5EF4-FFF2-40B4-BE49-F238E27FC236}">
                <a16:creationId xmlns:a16="http://schemas.microsoft.com/office/drawing/2014/main" id="{E5F34F40-016B-D4DC-00F1-ECC8116C3CA8}"/>
              </a:ext>
            </a:extLst>
          </p:cNvPr>
          <p:cNvSpPr/>
          <p:nvPr/>
        </p:nvSpPr>
        <p:spPr>
          <a:xfrm>
            <a:off x="974330" y="4387776"/>
            <a:ext cx="1162115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角丸四角形 67">
            <a:extLst>
              <a:ext uri="{FF2B5EF4-FFF2-40B4-BE49-F238E27FC236}">
                <a16:creationId xmlns:a16="http://schemas.microsoft.com/office/drawing/2014/main" id="{1EEE49C8-A8CF-85B1-9CF3-43E22C195A4D}"/>
              </a:ext>
            </a:extLst>
          </p:cNvPr>
          <p:cNvSpPr/>
          <p:nvPr/>
        </p:nvSpPr>
        <p:spPr>
          <a:xfrm>
            <a:off x="2682684" y="5737108"/>
            <a:ext cx="961198" cy="5971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角丸四角形 5">
            <a:extLst>
              <a:ext uri="{FF2B5EF4-FFF2-40B4-BE49-F238E27FC236}">
                <a16:creationId xmlns:a16="http://schemas.microsoft.com/office/drawing/2014/main" id="{73AA9FE5-7426-EDCF-0AB9-4A4A9BEE3EE0}"/>
              </a:ext>
            </a:extLst>
          </p:cNvPr>
          <p:cNvSpPr/>
          <p:nvPr/>
        </p:nvSpPr>
        <p:spPr>
          <a:xfrm>
            <a:off x="98215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角丸四角形 34">
            <a:extLst>
              <a:ext uri="{FF2B5EF4-FFF2-40B4-BE49-F238E27FC236}">
                <a16:creationId xmlns:a16="http://schemas.microsoft.com/office/drawing/2014/main" id="{0B37A127-0169-D8C9-FEB6-40A1C9F140F0}"/>
              </a:ext>
            </a:extLst>
          </p:cNvPr>
          <p:cNvSpPr/>
          <p:nvPr/>
        </p:nvSpPr>
        <p:spPr>
          <a:xfrm>
            <a:off x="974330" y="3713110"/>
            <a:ext cx="927448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角丸四角形 46">
            <a:extLst>
              <a:ext uri="{FF2B5EF4-FFF2-40B4-BE49-F238E27FC236}">
                <a16:creationId xmlns:a16="http://schemas.microsoft.com/office/drawing/2014/main" id="{6678427C-DB9B-B406-DB44-C0F0944B032E}"/>
              </a:ext>
            </a:extLst>
          </p:cNvPr>
          <p:cNvSpPr/>
          <p:nvPr/>
        </p:nvSpPr>
        <p:spPr>
          <a:xfrm>
            <a:off x="9802604" y="4387776"/>
            <a:ext cx="1415064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シート</a:t>
            </a:r>
            <a:endParaRPr lang="en-US" altLang="ja-JP" sz="11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  <a:p>
            <a:pPr algn="ctr"/>
            <a:r>
              <a:rPr lang="ja-JP" altLang="en-US" sz="1100">
                <a:solidFill>
                  <a:schemeClr val="bg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追加</a:t>
            </a:r>
          </a:p>
        </p:txBody>
      </p:sp>
    </p:spTree>
    <p:extLst>
      <p:ext uri="{BB962C8B-B14F-4D97-AF65-F5344CB8AC3E}">
        <p14:creationId xmlns:p14="http://schemas.microsoft.com/office/powerpoint/2010/main" val="374500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BB081E1-59B8-E3FA-32FF-645888479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486620"/>
              </p:ext>
            </p:extLst>
          </p:nvPr>
        </p:nvGraphicFramePr>
        <p:xfrm>
          <a:off x="3385038" y="1072199"/>
          <a:ext cx="8317525" cy="5348684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386230">
                  <a:extLst>
                    <a:ext uri="{9D8B030D-6E8A-4147-A177-3AD203B41FA5}">
                      <a16:colId xmlns:a16="http://schemas.microsoft.com/office/drawing/2014/main" val="183300344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2888142448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250105188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842094097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4276657703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3923656244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965317895"/>
                    </a:ext>
                  </a:extLst>
                </a:gridCol>
                <a:gridCol w="990185">
                  <a:extLst>
                    <a:ext uri="{9D8B030D-6E8A-4147-A177-3AD203B41FA5}">
                      <a16:colId xmlns:a16="http://schemas.microsoft.com/office/drawing/2014/main" val="132597582"/>
                    </a:ext>
                  </a:extLst>
                </a:gridCol>
              </a:tblGrid>
              <a:tr h="5016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7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トリガ</a:t>
                      </a:r>
                      <a:endParaRPr lang="en-US" sz="17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9332" marR="9332" marT="933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ja-JP" altLang="en-US" sz="15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修飾キー</a:t>
                      </a:r>
                      <a:endParaRPr lang="en-US" sz="15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9332" marR="9332" marT="933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682979"/>
                  </a:ext>
                </a:extLst>
              </a:tr>
              <a:tr h="484702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游ゴシック Medium" panose="020B0500000000000000" pitchFamily="50" charset="-128"/>
                        <a:ea typeface="游ゴシック Medium" panose="020B0500000000000000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Rbutton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Mbutton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ButtonLB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uttonLF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ButtonRB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ButtonRF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980064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LButton</a:t>
                      </a:r>
                      <a:endParaRPr lang="en-US" sz="1500" b="1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左クリック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サイズ変更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  <a:b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</a:b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Control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Explorer</a:t>
                      </a: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起動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特殊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スクロール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19517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RButton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右クリック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新規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</a:t>
                      </a:r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キー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Dashboard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046097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Mbutton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  <a:r>
                        <a:rPr lang="ja-JP" alt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を掴む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新規タブ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Suspend</a:t>
                      </a: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AHK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Reload</a:t>
                      </a: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AHK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Shutdown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AHK</a:t>
                      </a:r>
                      <a:endParaRPr lang="ja-JP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490414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ButtonLB</a:t>
                      </a:r>
                    </a:p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(x1)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戻る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タブの削除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最小化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再生速度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Up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Mute</a:t>
                      </a: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Timer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7748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ButtonLF</a:t>
                      </a:r>
                    </a:p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(x2)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進む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タブの復元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全表示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再生速度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Down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Sound Dev</a:t>
                      </a: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選択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61899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ButtonRB</a:t>
                      </a:r>
                    </a:p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(F20)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kumimoji="1" lang="ja-JP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kumimoji="1" lang="ja-JP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kumimoji="1" lang="ja-JP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02926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ButtonRF</a:t>
                      </a:r>
                    </a:p>
                    <a:p>
                      <a:pPr algn="ctr" fontAlgn="ctr"/>
                      <a:r>
                        <a:rPr lang="en-US" sz="1500" b="1" u="none" strike="noStrike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(F19)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-</a:t>
                      </a:r>
                      <a:endParaRPr lang="ja-JP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651347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Wheel Up</a:t>
                      </a:r>
                      <a:endParaRPr lang="en-US" sz="1500" b="1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上ホイール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タブ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切替</a:t>
                      </a: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逆</a:t>
                      </a: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)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</a:p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Change Left</a:t>
                      </a:r>
                      <a:endParaRPr lang="ja-JP" altLang="en-US" sz="10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切替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Alt + Tab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左ホイール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音量</a:t>
                      </a: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Up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632964"/>
                  </a:ext>
                </a:extLst>
              </a:tr>
              <a:tr h="484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Wheel Down</a:t>
                      </a:r>
                      <a:endParaRPr lang="en-US" sz="1500" b="1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下ホイール</a:t>
                      </a:r>
                    </a:p>
                  </a:txBody>
                  <a:tcPr marL="10187" marR="10187" marT="101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タブ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切替</a:t>
                      </a: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順</a:t>
                      </a: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)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</a:p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Change Right</a:t>
                      </a:r>
                      <a:endParaRPr lang="ja-JP" altLang="en-US" sz="10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Window</a:t>
                      </a:r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切替</a:t>
                      </a:r>
                      <a:endParaRPr lang="en-US" altLang="ja-JP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Alt + Tab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右ホイール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●</a:t>
                      </a: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音量</a:t>
                      </a:r>
                      <a:r>
                        <a:rPr lang="en-US" altLang="ja-JP" sz="12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游ゴシック Medium" panose="020B0500000000000000" pitchFamily="50" charset="-128"/>
                          <a:cs typeface="Courier New" panose="02070309020205020404" pitchFamily="49" charset="0"/>
                        </a:rPr>
                        <a:t>Down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游ゴシック Medium" panose="020B0500000000000000" pitchFamily="50" charset="-128"/>
                        <a:cs typeface="Courier New" panose="02070309020205020404" pitchFamily="49" charset="0"/>
                      </a:endParaRPr>
                    </a:p>
                  </a:txBody>
                  <a:tcPr marL="10187" marR="10187" marT="1018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656287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47D851-6211-35EF-6428-584AE350AC76}"/>
              </a:ext>
            </a:extLst>
          </p:cNvPr>
          <p:cNvSpPr txBox="1"/>
          <p:nvPr/>
        </p:nvSpPr>
        <p:spPr>
          <a:xfrm>
            <a:off x="361676" y="283700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Mouse:Bindings</a:t>
            </a:r>
            <a:endParaRPr lang="en-US" altLang="ja-JP" sz="2800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C8AFFD2-8CCE-8589-8A66-892831556011}"/>
              </a:ext>
            </a:extLst>
          </p:cNvPr>
          <p:cNvSpPr txBox="1"/>
          <p:nvPr/>
        </p:nvSpPr>
        <p:spPr>
          <a:xfrm>
            <a:off x="582288" y="2552943"/>
            <a:ext cx="2503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GPro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200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Wireless 2</a:t>
            </a:r>
            <a:endParaRPr lang="en-US" altLang="ja-JP" sz="20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ja-JP" sz="120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※7Button</a:t>
            </a:r>
            <a:endParaRPr lang="ja-JP" altLang="en-US" sz="11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6BF89CA-60FE-D3BB-33F3-DF50239D901A}"/>
              </a:ext>
            </a:extLst>
          </p:cNvPr>
          <p:cNvGrpSpPr/>
          <p:nvPr/>
        </p:nvGrpSpPr>
        <p:grpSpPr>
          <a:xfrm>
            <a:off x="1188957" y="3216988"/>
            <a:ext cx="1343228" cy="2290664"/>
            <a:chOff x="6388609" y="3538636"/>
            <a:chExt cx="1343228" cy="2290664"/>
          </a:xfrm>
        </p:grpSpPr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BBD7F1C5-CEBE-8C6C-7A94-3F464F7091D5}"/>
                </a:ext>
              </a:extLst>
            </p:cNvPr>
            <p:cNvSpPr/>
            <p:nvPr/>
          </p:nvSpPr>
          <p:spPr>
            <a:xfrm>
              <a:off x="6388609" y="3538636"/>
              <a:ext cx="1343228" cy="2290664"/>
            </a:xfrm>
            <a:prstGeom prst="roundRect">
              <a:avLst>
                <a:gd name="adj" fmla="val 3585"/>
              </a:avLst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Consolas" panose="020B0609020204030204" pitchFamily="49" charset="0"/>
              </a:endParaRPr>
            </a:p>
          </p:txBody>
        </p:sp>
        <p:pic>
          <p:nvPicPr>
            <p:cNvPr id="11" name="Picture 2" descr="「pro wireless」の画像検索結果">
              <a:extLst>
                <a:ext uri="{FF2B5EF4-FFF2-40B4-BE49-F238E27FC236}">
                  <a16:creationId xmlns:a16="http://schemas.microsoft.com/office/drawing/2014/main" id="{530F1472-C706-0DD6-7C9F-C880C4C02F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6065" y="3662950"/>
              <a:ext cx="1028718" cy="2029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79221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BD61-8EF0-4AB0-AD23-EA88E88A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501065D-3A6F-9BED-289B-18644BDCB56A}"/>
              </a:ext>
            </a:extLst>
          </p:cNvPr>
          <p:cNvSpPr txBox="1"/>
          <p:nvPr/>
        </p:nvSpPr>
        <p:spPr>
          <a:xfrm>
            <a:off x="361676" y="283700"/>
            <a:ext cx="10079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800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Architecture:</a:t>
            </a:r>
            <a:r>
              <a:rPr kumimoji="1" lang="ja-JP" altLang="en-US" sz="28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ボタン押下から</a:t>
            </a:r>
            <a:r>
              <a:rPr kumimoji="1" lang="en-US" altLang="ja-JP" sz="28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Application</a:t>
            </a:r>
            <a:r>
              <a:rPr kumimoji="1" lang="ja-JP" altLang="en-US" sz="28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Cascadia Code" panose="020B0609020000020004" pitchFamily="49" charset="0"/>
              </a:rPr>
              <a:t>への入力まで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E791A86-5B5E-9E45-BE58-3E2D447C8BBA}"/>
              </a:ext>
            </a:extLst>
          </p:cNvPr>
          <p:cNvSpPr txBox="1"/>
          <p:nvPr/>
        </p:nvSpPr>
        <p:spPr>
          <a:xfrm>
            <a:off x="521812" y="1229021"/>
            <a:ext cx="497283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◆ 処理層の定義</a:t>
            </a:r>
            <a:endParaRPr lang="en-US" altLang="ja-JP" sz="2000" b="1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endParaRPr lang="en-US" altLang="ja-JP" sz="10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r>
              <a:rPr lang="en-US" altLang="ja-JP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L1 : </a:t>
            </a:r>
            <a:r>
              <a:rPr lang="ja-JP" altLang="en-US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物理層 </a:t>
            </a:r>
            <a:r>
              <a:rPr lang="en-US" altLang="ja-JP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(HHKB/GPro WL2)</a:t>
            </a:r>
          </a:p>
          <a:p>
            <a:pPr lvl="1"/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　原則デフォルトで利用する。例外は以下</a:t>
            </a:r>
            <a:b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</a:b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　 ・ </a:t>
            </a:r>
            <a:r>
              <a:rPr lang="en-US" altLang="ja-JP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Gpro</a:t>
            </a: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の背面と右サイドボタン</a:t>
            </a:r>
            <a:r>
              <a:rPr lang="en-US" altLang="ja-JP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2</a:t>
            </a: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つの設定</a:t>
            </a:r>
            <a:br>
              <a:rPr lang="en-US" altLang="ja-JP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</a:b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　 ・ </a:t>
            </a:r>
            <a:r>
              <a:rPr lang="en-US" altLang="ja-JP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HHKB</a:t>
            </a: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の右</a:t>
            </a:r>
            <a:r>
              <a:rPr lang="en-US" altLang="ja-JP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Windows</a:t>
            </a: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を純正リマップツールで</a:t>
            </a:r>
            <a:r>
              <a:rPr lang="en-US" altLang="ja-JP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Kana</a:t>
            </a: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に変更</a:t>
            </a:r>
            <a:endParaRPr lang="en-US" altLang="ja-JP" sz="20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endParaRPr lang="en-US" altLang="ja-JP" sz="1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r>
              <a:rPr lang="en-US" altLang="ja-JP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L2 : OS</a:t>
            </a:r>
            <a:r>
              <a:rPr lang="ja-JP" altLang="en-US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層　 </a:t>
            </a:r>
            <a:r>
              <a:rPr lang="en-US" altLang="ja-JP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(Windows)</a:t>
            </a:r>
            <a:br>
              <a:rPr lang="en-US" altLang="ja-JP" sz="20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</a:b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　完全デフォルトで利用する</a:t>
            </a:r>
            <a:endParaRPr lang="en-US" altLang="ja-JP" sz="20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endParaRPr lang="en-US" altLang="ja-JP" sz="1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r>
              <a:rPr lang="en-US" altLang="ja-JP" sz="2000" b="1" u="sng">
                <a:solidFill>
                  <a:schemeClr val="accent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L3 : AHK</a:t>
            </a:r>
            <a:r>
              <a:rPr lang="ja-JP" altLang="en-US" sz="2000" b="1" u="sng">
                <a:solidFill>
                  <a:schemeClr val="accent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層</a:t>
            </a:r>
            <a:endParaRPr lang="en-US" altLang="ja-JP" sz="2000" b="1" u="sng">
              <a:solidFill>
                <a:schemeClr val="accent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r>
              <a:rPr lang="ja-JP" altLang="en-US" sz="1400">
                <a:solidFill>
                  <a:schemeClr val="accent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　原則この層で一式設定することで、可搬性を高める</a:t>
            </a:r>
            <a:endParaRPr lang="en-US" altLang="ja-JP" sz="1400">
              <a:solidFill>
                <a:schemeClr val="accent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endParaRPr lang="en-US" altLang="ja-JP" sz="14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  <a:p>
            <a:pPr lvl="1"/>
            <a:r>
              <a:rPr lang="en-US" altLang="ja-JP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L4 : App</a:t>
            </a:r>
            <a:r>
              <a:rPr lang="ja-JP" altLang="en-US" sz="2000" u="sng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層</a:t>
            </a:r>
            <a:br>
              <a:rPr lang="en-US" altLang="ja-JP" sz="20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</a:br>
            <a:r>
              <a:rPr lang="ja-JP" altLang="en-US" sz="1400">
                <a:solidFill>
                  <a:schemeClr val="bg1"/>
                </a:solidFill>
                <a:latin typeface="Consolas" panose="020B0609020204030204" pitchFamily="49" charset="0"/>
                <a:ea typeface="Yu Gothic UI" panose="020B0500000000000000" pitchFamily="50" charset="-128"/>
                <a:cs typeface="Cascadia Code" panose="020B0609020000020004" pitchFamily="49" charset="0"/>
              </a:rPr>
              <a:t>　バインドを明示する必要があるもののみ、最低限設定する</a:t>
            </a:r>
            <a:endParaRPr lang="en-US" altLang="ja-JP" sz="2000">
              <a:solidFill>
                <a:schemeClr val="bg1"/>
              </a:solidFill>
              <a:latin typeface="Consolas" panose="020B0609020204030204" pitchFamily="49" charset="0"/>
              <a:ea typeface="Yu Gothic UI" panose="020B05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DF1274-862F-5BE4-B31F-03920522CF05}"/>
              </a:ext>
            </a:extLst>
          </p:cNvPr>
          <p:cNvSpPr/>
          <p:nvPr/>
        </p:nvSpPr>
        <p:spPr>
          <a:xfrm>
            <a:off x="8187762" y="3297446"/>
            <a:ext cx="3320324" cy="192200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ja-JP" sz="120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altLang="ja-JP" sz="1200">
                <a:solidFill>
                  <a:schemeClr val="accent1"/>
                </a:solidFill>
                <a:latin typeface="Consolas" panose="020B0609020204030204" pitchFamily="49" charset="0"/>
              </a:rPr>
              <a:t>AHK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3D5673-81BD-CFBC-D84A-F4AF6FE952C6}"/>
              </a:ext>
            </a:extLst>
          </p:cNvPr>
          <p:cNvSpPr/>
          <p:nvPr/>
        </p:nvSpPr>
        <p:spPr>
          <a:xfrm>
            <a:off x="8187765" y="3291478"/>
            <a:ext cx="1660160" cy="42036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latin typeface="Consolas" panose="020B0609020204030204" pitchFamily="49" charset="0"/>
              </a:rPr>
              <a:t>MBindListener.ahk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F9B9B34-EB22-98FF-C8A7-7A27960E2EDF}"/>
              </a:ext>
            </a:extLst>
          </p:cNvPr>
          <p:cNvSpPr/>
          <p:nvPr/>
        </p:nvSpPr>
        <p:spPr>
          <a:xfrm>
            <a:off x="8187762" y="5517307"/>
            <a:ext cx="3320324" cy="42036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latin typeface="Consolas" panose="020B0609020204030204" pitchFamily="49" charset="0"/>
              </a:rPr>
              <a:t>Applications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C1EF7EE-2080-991E-8B7D-ED094624163B}"/>
              </a:ext>
            </a:extLst>
          </p:cNvPr>
          <p:cNvGrpSpPr/>
          <p:nvPr/>
        </p:nvGrpSpPr>
        <p:grpSpPr>
          <a:xfrm>
            <a:off x="8187765" y="3927205"/>
            <a:ext cx="1660160" cy="476090"/>
            <a:chOff x="5436098" y="4282805"/>
            <a:chExt cx="1853419" cy="476090"/>
          </a:xfrm>
          <a:solidFill>
            <a:schemeClr val="accent1"/>
          </a:solidFill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F46373C-3DA4-2A71-0237-BD5A4E845CC6}"/>
                </a:ext>
              </a:extLst>
            </p:cNvPr>
            <p:cNvSpPr/>
            <p:nvPr/>
          </p:nvSpPr>
          <p:spPr>
            <a:xfrm>
              <a:off x="5436098" y="4283810"/>
              <a:ext cx="1853419" cy="475085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ja-JP" sz="1200">
                  <a:latin typeface="Consolas" panose="020B0609020204030204" pitchFamily="49" charset="0"/>
                </a:rPr>
                <a:t>MBind.ahk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AACC03D-81F9-7285-83A0-40473006A8CB}"/>
                </a:ext>
              </a:extLst>
            </p:cNvPr>
            <p:cNvSpPr/>
            <p:nvPr/>
          </p:nvSpPr>
          <p:spPr>
            <a:xfrm>
              <a:off x="5998834" y="4282805"/>
              <a:ext cx="1290680" cy="219139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700">
                  <a:latin typeface="Consolas" panose="020B0609020204030204" pitchFamily="49" charset="0"/>
                </a:rPr>
                <a:t>MBindSettings.ahk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14E4FEA-7779-A52C-0A54-355E8454734B}"/>
              </a:ext>
            </a:extLst>
          </p:cNvPr>
          <p:cNvSpPr/>
          <p:nvPr/>
        </p:nvSpPr>
        <p:spPr>
          <a:xfrm>
            <a:off x="9070348" y="4760338"/>
            <a:ext cx="1836066" cy="45911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50">
                <a:solidFill>
                  <a:schemeClr val="bg1"/>
                </a:solidFill>
                <a:latin typeface="Consolas" panose="020B0609020204030204" pitchFamily="49" charset="0"/>
              </a:rPr>
              <a:t>Library/*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2A33A55-A4EE-8439-166A-441C6F5D0952}"/>
              </a:ext>
            </a:extLst>
          </p:cNvPr>
          <p:cNvSpPr/>
          <p:nvPr/>
        </p:nvSpPr>
        <p:spPr>
          <a:xfrm>
            <a:off x="8188632" y="2653037"/>
            <a:ext cx="3320324" cy="420365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latin typeface="Consolas" panose="020B0609020204030204" pitchFamily="49" charset="0"/>
              </a:rPr>
              <a:t>Windows</a:t>
            </a:r>
            <a:endParaRPr lang="ja-JP" altLang="en-US" sz="1200">
              <a:latin typeface="Consolas" panose="020B0609020204030204" pitchFamily="49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2597021-76BA-B59C-E4CE-977E04E90D43}"/>
              </a:ext>
            </a:extLst>
          </p:cNvPr>
          <p:cNvSpPr/>
          <p:nvPr/>
        </p:nvSpPr>
        <p:spPr>
          <a:xfrm>
            <a:off x="9951623" y="4757782"/>
            <a:ext cx="954790" cy="158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>
                <a:latin typeface="Consolas" panose="020B0609020204030204" pitchFamily="49" charset="0"/>
              </a:rPr>
              <a:t>Env/*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352DCE2-EFA9-E13F-B46F-8D73704FF3BE}"/>
              </a:ext>
            </a:extLst>
          </p:cNvPr>
          <p:cNvSpPr/>
          <p:nvPr/>
        </p:nvSpPr>
        <p:spPr>
          <a:xfrm>
            <a:off x="9984780" y="3299930"/>
            <a:ext cx="1523306" cy="110336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50">
                <a:solidFill>
                  <a:schemeClr val="bg1"/>
                </a:solidFill>
                <a:latin typeface="Consolas" panose="020B0609020204030204" pitchFamily="49" charset="0"/>
              </a:rPr>
              <a:t>IWA_Excel.ahk</a:t>
            </a:r>
          </a:p>
          <a:p>
            <a:r>
              <a:rPr lang="en-US" altLang="ja-JP" sz="1050">
                <a:solidFill>
                  <a:schemeClr val="bg1"/>
                </a:solidFill>
                <a:latin typeface="Consolas" panose="020B0609020204030204" pitchFamily="49" charset="0"/>
              </a:rPr>
              <a:t>IWA_Powerpoint.ahk</a:t>
            </a:r>
          </a:p>
          <a:p>
            <a:r>
              <a:rPr lang="en-US" altLang="ja-JP" sz="1050">
                <a:solidFill>
                  <a:schemeClr val="bg1"/>
                </a:solidFill>
                <a:latin typeface="Consolas" panose="020B0609020204030204" pitchFamily="49" charset="0"/>
              </a:rPr>
              <a:t>IWA_General.ahk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4301FFA-2945-E8D1-CE2B-EDF9B8FDE44A}"/>
              </a:ext>
            </a:extLst>
          </p:cNvPr>
          <p:cNvCxnSpPr>
            <a:cxnSpLocks/>
          </p:cNvCxnSpPr>
          <p:nvPr/>
        </p:nvCxnSpPr>
        <p:spPr>
          <a:xfrm>
            <a:off x="9063342" y="3710072"/>
            <a:ext cx="0" cy="218136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グラフィックス 16" descr="ユーザー">
            <a:extLst>
              <a:ext uri="{FF2B5EF4-FFF2-40B4-BE49-F238E27FC236}">
                <a16:creationId xmlns:a16="http://schemas.microsoft.com/office/drawing/2014/main" id="{E5640273-11CB-DC38-5C8B-5FCE04198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184" y="1118656"/>
            <a:ext cx="801480" cy="801480"/>
          </a:xfrm>
          <a:prstGeom prst="rect">
            <a:avLst/>
          </a:prstGeom>
        </p:spPr>
      </p:pic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D3B9E9B0-8AAF-6BD9-D48A-D61803B7A9F8}"/>
              </a:ext>
            </a:extLst>
          </p:cNvPr>
          <p:cNvCxnSpPr>
            <a:cxnSpLocks/>
            <a:stCxn id="17" idx="3"/>
            <a:endCxn id="34" idx="0"/>
          </p:cNvCxnSpPr>
          <p:nvPr/>
        </p:nvCxnSpPr>
        <p:spPr>
          <a:xfrm>
            <a:off x="10248664" y="1519398"/>
            <a:ext cx="429776" cy="567621"/>
          </a:xfrm>
          <a:prstGeom prst="bent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8091A73B-C36A-C356-DBCF-AB437D7575A2}"/>
              </a:ext>
            </a:extLst>
          </p:cNvPr>
          <p:cNvCxnSpPr>
            <a:cxnSpLocks/>
            <a:stCxn id="17" idx="1"/>
            <a:endCxn id="33" idx="0"/>
          </p:cNvCxnSpPr>
          <p:nvPr/>
        </p:nvCxnSpPr>
        <p:spPr>
          <a:xfrm rot="10800000" flipV="1">
            <a:off x="9017846" y="1519397"/>
            <a:ext cx="429341" cy="567621"/>
          </a:xfrm>
          <a:prstGeom prst="bent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73F365F-7E90-A3ED-6208-143F7D0A7C86}"/>
              </a:ext>
            </a:extLst>
          </p:cNvPr>
          <p:cNvCxnSpPr>
            <a:cxnSpLocks/>
          </p:cNvCxnSpPr>
          <p:nvPr/>
        </p:nvCxnSpPr>
        <p:spPr>
          <a:xfrm>
            <a:off x="9047009" y="3079310"/>
            <a:ext cx="0" cy="218136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B3F5F4C-42F8-4D07-522A-086FD2BCAF6C}"/>
              </a:ext>
            </a:extLst>
          </p:cNvPr>
          <p:cNvCxnSpPr>
            <a:cxnSpLocks/>
          </p:cNvCxnSpPr>
          <p:nvPr/>
        </p:nvCxnSpPr>
        <p:spPr>
          <a:xfrm>
            <a:off x="10678440" y="3073400"/>
            <a:ext cx="0" cy="218136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0C53DAD-BFCB-7615-08E2-5B23D579C5FC}"/>
              </a:ext>
            </a:extLst>
          </p:cNvPr>
          <p:cNvGrpSpPr/>
          <p:nvPr/>
        </p:nvGrpSpPr>
        <p:grpSpPr>
          <a:xfrm>
            <a:off x="8830985" y="4403296"/>
            <a:ext cx="2376264" cy="1114014"/>
            <a:chOff x="6079319" y="4810114"/>
            <a:chExt cx="2376264" cy="1062795"/>
          </a:xfrm>
        </p:grpSpPr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5322CDD6-E400-2E42-003D-BECAAA392473}"/>
                </a:ext>
              </a:extLst>
            </p:cNvPr>
            <p:cNvCxnSpPr>
              <a:cxnSpLocks/>
            </p:cNvCxnSpPr>
            <p:nvPr/>
          </p:nvCxnSpPr>
          <p:spPr>
            <a:xfrm>
              <a:off x="6079319" y="4810114"/>
              <a:ext cx="0" cy="1062795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3A554F25-C75F-5439-F9B4-C6042433699F}"/>
                </a:ext>
              </a:extLst>
            </p:cNvPr>
            <p:cNvCxnSpPr>
              <a:cxnSpLocks/>
            </p:cNvCxnSpPr>
            <p:nvPr/>
          </p:nvCxnSpPr>
          <p:spPr>
            <a:xfrm>
              <a:off x="8455583" y="4810114"/>
              <a:ext cx="0" cy="1062795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65E49B83-68D8-5CCE-7A5A-D0F3806A9EB0}"/>
              </a:ext>
            </a:extLst>
          </p:cNvPr>
          <p:cNvCxnSpPr>
            <a:cxnSpLocks/>
          </p:cNvCxnSpPr>
          <p:nvPr/>
        </p:nvCxnSpPr>
        <p:spPr>
          <a:xfrm>
            <a:off x="10444231" y="5219454"/>
            <a:ext cx="0" cy="297855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41B16C27-6071-43C3-8568-28323A07CF2D}"/>
              </a:ext>
            </a:extLst>
          </p:cNvPr>
          <p:cNvCxnSpPr>
            <a:cxnSpLocks/>
          </p:cNvCxnSpPr>
          <p:nvPr/>
        </p:nvCxnSpPr>
        <p:spPr>
          <a:xfrm>
            <a:off x="9047009" y="2442046"/>
            <a:ext cx="0" cy="218136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AD32AB2E-831D-2961-2D82-C829D0EACA16}"/>
              </a:ext>
            </a:extLst>
          </p:cNvPr>
          <p:cNvCxnSpPr>
            <a:cxnSpLocks/>
          </p:cNvCxnSpPr>
          <p:nvPr/>
        </p:nvCxnSpPr>
        <p:spPr>
          <a:xfrm>
            <a:off x="10678440" y="2436136"/>
            <a:ext cx="0" cy="218136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9D0126E-9BB2-13BE-0E13-64B8D40AC3F9}"/>
              </a:ext>
            </a:extLst>
          </p:cNvPr>
          <p:cNvSpPr/>
          <p:nvPr/>
        </p:nvSpPr>
        <p:spPr>
          <a:xfrm>
            <a:off x="8187762" y="2087017"/>
            <a:ext cx="1660162" cy="42036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latin typeface="Consolas" panose="020B0609020204030204" pitchFamily="49" charset="0"/>
              </a:rPr>
              <a:t>HHKB</a:t>
            </a:r>
            <a:endParaRPr lang="ja-JP" altLang="en-US" sz="1200">
              <a:latin typeface="Consolas" panose="020B0609020204030204" pitchFamily="49" charset="0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43FD311-456B-AF80-8816-87CDE13CE831}"/>
              </a:ext>
            </a:extLst>
          </p:cNvPr>
          <p:cNvSpPr/>
          <p:nvPr/>
        </p:nvSpPr>
        <p:spPr>
          <a:xfrm>
            <a:off x="9847924" y="2087017"/>
            <a:ext cx="1661032" cy="42036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latin typeface="Consolas" panose="020B0609020204030204" pitchFamily="49" charset="0"/>
              </a:rPr>
              <a:t>Gpro WL2</a:t>
            </a:r>
            <a:endParaRPr lang="ja-JP" altLang="en-US" sz="1200" dirty="0">
              <a:latin typeface="Consolas" panose="020B0609020204030204" pitchFamily="49" charset="0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3B61497C-1F3C-B929-1000-FF6CEEC20F9D}"/>
              </a:ext>
            </a:extLst>
          </p:cNvPr>
          <p:cNvGrpSpPr/>
          <p:nvPr/>
        </p:nvGrpSpPr>
        <p:grpSpPr>
          <a:xfrm>
            <a:off x="9704934" y="4403296"/>
            <a:ext cx="736420" cy="359426"/>
            <a:chOff x="6953268" y="4810112"/>
            <a:chExt cx="736420" cy="308209"/>
          </a:xfrm>
        </p:grpSpPr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551DB443-1527-3D24-0491-4097343E4CAD}"/>
                </a:ext>
              </a:extLst>
            </p:cNvPr>
            <p:cNvCxnSpPr>
              <a:cxnSpLocks/>
            </p:cNvCxnSpPr>
            <p:nvPr/>
          </p:nvCxnSpPr>
          <p:spPr>
            <a:xfrm>
              <a:off x="6953268" y="4810112"/>
              <a:ext cx="0" cy="305826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D0ECF0F7-AF4F-A8D2-8789-0A370311995F}"/>
                </a:ext>
              </a:extLst>
            </p:cNvPr>
            <p:cNvCxnSpPr>
              <a:cxnSpLocks/>
            </p:cNvCxnSpPr>
            <p:nvPr/>
          </p:nvCxnSpPr>
          <p:spPr>
            <a:xfrm>
              <a:off x="7689688" y="4810114"/>
              <a:ext cx="0" cy="308207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02CBD2E-7744-464E-ADD6-C38FB495F792}"/>
              </a:ext>
            </a:extLst>
          </p:cNvPr>
          <p:cNvSpPr/>
          <p:nvPr/>
        </p:nvSpPr>
        <p:spPr>
          <a:xfrm>
            <a:off x="9951623" y="5060574"/>
            <a:ext cx="954790" cy="158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>
                <a:latin typeface="Consolas" panose="020B0609020204030204" pitchFamily="49" charset="0"/>
              </a:rPr>
              <a:t>Tools/*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DA4EAEE-A23F-F2A0-586B-D29E9B4B377D}"/>
              </a:ext>
            </a:extLst>
          </p:cNvPr>
          <p:cNvCxnSpPr>
            <a:cxnSpLocks/>
          </p:cNvCxnSpPr>
          <p:nvPr/>
        </p:nvCxnSpPr>
        <p:spPr>
          <a:xfrm>
            <a:off x="9704934" y="5219454"/>
            <a:ext cx="0" cy="297855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D6A2FE1-A7BF-ECEF-D710-1CEF22D506FD}"/>
              </a:ext>
            </a:extLst>
          </p:cNvPr>
          <p:cNvSpPr txBox="1"/>
          <p:nvPr/>
        </p:nvSpPr>
        <p:spPr>
          <a:xfrm>
            <a:off x="7545221" y="208701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L1</a:t>
            </a:r>
            <a:endParaRPr kumimoji="1" lang="ja-JP" altLang="en-US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B5CBED3-78E6-6354-96F8-48CC9D42B8CF}"/>
              </a:ext>
            </a:extLst>
          </p:cNvPr>
          <p:cNvSpPr txBox="1"/>
          <p:nvPr/>
        </p:nvSpPr>
        <p:spPr>
          <a:xfrm>
            <a:off x="7545221" y="26601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L2</a:t>
            </a:r>
            <a:endParaRPr kumimoji="1" lang="ja-JP" altLang="en-US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C6717FD-5E72-3D84-D657-FDECAD99C0B7}"/>
              </a:ext>
            </a:extLst>
          </p:cNvPr>
          <p:cNvSpPr txBox="1"/>
          <p:nvPr/>
        </p:nvSpPr>
        <p:spPr>
          <a:xfrm>
            <a:off x="7545221" y="32915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L3</a:t>
            </a:r>
            <a:endParaRPr kumimoji="1" lang="ja-JP" altLang="en-US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9FA486B-4838-1C51-6AFD-4DCF1B464BA3}"/>
              </a:ext>
            </a:extLst>
          </p:cNvPr>
          <p:cNvSpPr txBox="1"/>
          <p:nvPr/>
        </p:nvSpPr>
        <p:spPr>
          <a:xfrm>
            <a:off x="7545221" y="554282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L4</a:t>
            </a:r>
            <a:endParaRPr kumimoji="1" lang="ja-JP" altLang="en-US">
              <a:solidFill>
                <a:schemeClr val="bg1"/>
              </a:solidFill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6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9DBD-0EA2-F7EB-2142-6816F4A3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5">
            <a:extLst>
              <a:ext uri="{FF2B5EF4-FFF2-40B4-BE49-F238E27FC236}">
                <a16:creationId xmlns:a16="http://schemas.microsoft.com/office/drawing/2014/main" id="{BA7553B9-187B-74E2-B77F-49226BEC6BFF}"/>
              </a:ext>
            </a:extLst>
          </p:cNvPr>
          <p:cNvSpPr/>
          <p:nvPr/>
        </p:nvSpPr>
        <p:spPr>
          <a:xfrm>
            <a:off x="98215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角丸四角形 6">
            <a:extLst>
              <a:ext uri="{FF2B5EF4-FFF2-40B4-BE49-F238E27FC236}">
                <a16:creationId xmlns:a16="http://schemas.microsoft.com/office/drawing/2014/main" id="{59BDA63B-6A1C-7B86-442D-DB0794272707}"/>
              </a:ext>
            </a:extLst>
          </p:cNvPr>
          <p:cNvSpPr/>
          <p:nvPr/>
        </p:nvSpPr>
        <p:spPr>
          <a:xfrm>
            <a:off x="167068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角丸四角形 7">
            <a:extLst>
              <a:ext uri="{FF2B5EF4-FFF2-40B4-BE49-F238E27FC236}">
                <a16:creationId xmlns:a16="http://schemas.microsoft.com/office/drawing/2014/main" id="{B981B014-91FC-DA64-0974-91BCE9287324}"/>
              </a:ext>
            </a:extLst>
          </p:cNvPr>
          <p:cNvSpPr/>
          <p:nvPr/>
        </p:nvSpPr>
        <p:spPr>
          <a:xfrm>
            <a:off x="235921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角丸四角形 8">
            <a:extLst>
              <a:ext uri="{FF2B5EF4-FFF2-40B4-BE49-F238E27FC236}">
                <a16:creationId xmlns:a16="http://schemas.microsoft.com/office/drawing/2014/main" id="{3EECC16C-0175-97B8-E6DF-ED4B489D4832}"/>
              </a:ext>
            </a:extLst>
          </p:cNvPr>
          <p:cNvSpPr/>
          <p:nvPr/>
        </p:nvSpPr>
        <p:spPr>
          <a:xfrm>
            <a:off x="3047735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角丸四角形 9">
            <a:extLst>
              <a:ext uri="{FF2B5EF4-FFF2-40B4-BE49-F238E27FC236}">
                <a16:creationId xmlns:a16="http://schemas.microsoft.com/office/drawing/2014/main" id="{23905E64-A3F1-2A2A-CF16-3B5359F45078}"/>
              </a:ext>
            </a:extLst>
          </p:cNvPr>
          <p:cNvSpPr/>
          <p:nvPr/>
        </p:nvSpPr>
        <p:spPr>
          <a:xfrm>
            <a:off x="373626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角丸四角形 21">
            <a:extLst>
              <a:ext uri="{FF2B5EF4-FFF2-40B4-BE49-F238E27FC236}">
                <a16:creationId xmlns:a16="http://schemas.microsoft.com/office/drawing/2014/main" id="{4DA86BB1-D7FB-858C-E263-17457A576DBF}"/>
              </a:ext>
            </a:extLst>
          </p:cNvPr>
          <p:cNvSpPr/>
          <p:nvPr/>
        </p:nvSpPr>
        <p:spPr>
          <a:xfrm>
            <a:off x="199415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角丸四角形 22">
            <a:extLst>
              <a:ext uri="{FF2B5EF4-FFF2-40B4-BE49-F238E27FC236}">
                <a16:creationId xmlns:a16="http://schemas.microsoft.com/office/drawing/2014/main" id="{B5AA9C04-34A8-468A-5885-E6F21A5052F5}"/>
              </a:ext>
            </a:extLst>
          </p:cNvPr>
          <p:cNvSpPr/>
          <p:nvPr/>
        </p:nvSpPr>
        <p:spPr>
          <a:xfrm>
            <a:off x="2682683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角丸四角形 23">
            <a:extLst>
              <a:ext uri="{FF2B5EF4-FFF2-40B4-BE49-F238E27FC236}">
                <a16:creationId xmlns:a16="http://schemas.microsoft.com/office/drawing/2014/main" id="{976161EF-99ED-5788-E660-A7F2518036B0}"/>
              </a:ext>
            </a:extLst>
          </p:cNvPr>
          <p:cNvSpPr/>
          <p:nvPr/>
        </p:nvSpPr>
        <p:spPr>
          <a:xfrm>
            <a:off x="337120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角丸四角形 24">
            <a:extLst>
              <a:ext uri="{FF2B5EF4-FFF2-40B4-BE49-F238E27FC236}">
                <a16:creationId xmlns:a16="http://schemas.microsoft.com/office/drawing/2014/main" id="{746DCF40-E08D-B198-B0A3-35755150C8A3}"/>
              </a:ext>
            </a:extLst>
          </p:cNvPr>
          <p:cNvSpPr/>
          <p:nvPr/>
        </p:nvSpPr>
        <p:spPr>
          <a:xfrm>
            <a:off x="4059734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角丸四角形 34">
            <a:extLst>
              <a:ext uri="{FF2B5EF4-FFF2-40B4-BE49-F238E27FC236}">
                <a16:creationId xmlns:a16="http://schemas.microsoft.com/office/drawing/2014/main" id="{63325737-3D6D-738D-44BA-79B3D3F5C09F}"/>
              </a:ext>
            </a:extLst>
          </p:cNvPr>
          <p:cNvSpPr/>
          <p:nvPr/>
        </p:nvSpPr>
        <p:spPr>
          <a:xfrm>
            <a:off x="974330" y="3713110"/>
            <a:ext cx="927448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角丸四角形 35">
            <a:extLst>
              <a:ext uri="{FF2B5EF4-FFF2-40B4-BE49-F238E27FC236}">
                <a16:creationId xmlns:a16="http://schemas.microsoft.com/office/drawing/2014/main" id="{B8E41B5E-2958-B9F5-F3DD-E0E6307F2960}"/>
              </a:ext>
            </a:extLst>
          </p:cNvPr>
          <p:cNvSpPr/>
          <p:nvPr/>
        </p:nvSpPr>
        <p:spPr>
          <a:xfrm>
            <a:off x="2228824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角丸四角形 36">
            <a:extLst>
              <a:ext uri="{FF2B5EF4-FFF2-40B4-BE49-F238E27FC236}">
                <a16:creationId xmlns:a16="http://schemas.microsoft.com/office/drawing/2014/main" id="{F9739211-036F-7092-F734-5CBC53C15E10}"/>
              </a:ext>
            </a:extLst>
          </p:cNvPr>
          <p:cNvSpPr/>
          <p:nvPr/>
        </p:nvSpPr>
        <p:spPr>
          <a:xfrm>
            <a:off x="291734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角丸四角形 37">
            <a:extLst>
              <a:ext uri="{FF2B5EF4-FFF2-40B4-BE49-F238E27FC236}">
                <a16:creationId xmlns:a16="http://schemas.microsoft.com/office/drawing/2014/main" id="{5FDFAD2D-5DE2-7B92-70C8-AC1640C1AEE7}"/>
              </a:ext>
            </a:extLst>
          </p:cNvPr>
          <p:cNvSpPr/>
          <p:nvPr/>
        </p:nvSpPr>
        <p:spPr>
          <a:xfrm>
            <a:off x="3605875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角丸四角形 48">
            <a:extLst>
              <a:ext uri="{FF2B5EF4-FFF2-40B4-BE49-F238E27FC236}">
                <a16:creationId xmlns:a16="http://schemas.microsoft.com/office/drawing/2014/main" id="{281B5AD1-36DE-625D-41FE-66414EF80A3E}"/>
              </a:ext>
            </a:extLst>
          </p:cNvPr>
          <p:cNvSpPr/>
          <p:nvPr/>
        </p:nvSpPr>
        <p:spPr>
          <a:xfrm>
            <a:off x="974330" y="4387776"/>
            <a:ext cx="116211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角丸四角形 49">
            <a:extLst>
              <a:ext uri="{FF2B5EF4-FFF2-40B4-BE49-F238E27FC236}">
                <a16:creationId xmlns:a16="http://schemas.microsoft.com/office/drawing/2014/main" id="{17AFF3AB-60A8-ADDF-F8BD-B2CE1BFA9ED9}"/>
              </a:ext>
            </a:extLst>
          </p:cNvPr>
          <p:cNvSpPr/>
          <p:nvPr/>
        </p:nvSpPr>
        <p:spPr>
          <a:xfrm>
            <a:off x="254633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角丸四角形 50">
            <a:extLst>
              <a:ext uri="{FF2B5EF4-FFF2-40B4-BE49-F238E27FC236}">
                <a16:creationId xmlns:a16="http://schemas.microsoft.com/office/drawing/2014/main" id="{4CECB575-84E4-C51D-1D5B-37FBEA782DF2}"/>
              </a:ext>
            </a:extLst>
          </p:cNvPr>
          <p:cNvSpPr/>
          <p:nvPr/>
        </p:nvSpPr>
        <p:spPr>
          <a:xfrm>
            <a:off x="3234864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角丸四角形 51">
            <a:extLst>
              <a:ext uri="{FF2B5EF4-FFF2-40B4-BE49-F238E27FC236}">
                <a16:creationId xmlns:a16="http://schemas.microsoft.com/office/drawing/2014/main" id="{9765C2DD-67BA-3513-DC62-55CB06B09508}"/>
              </a:ext>
            </a:extLst>
          </p:cNvPr>
          <p:cNvSpPr/>
          <p:nvPr/>
        </p:nvSpPr>
        <p:spPr>
          <a:xfrm>
            <a:off x="3923389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角丸四角形 60">
            <a:extLst>
              <a:ext uri="{FF2B5EF4-FFF2-40B4-BE49-F238E27FC236}">
                <a16:creationId xmlns:a16="http://schemas.microsoft.com/office/drawing/2014/main" id="{5E6C38C7-E42E-EE51-59FA-153862936139}"/>
              </a:ext>
            </a:extLst>
          </p:cNvPr>
          <p:cNvSpPr/>
          <p:nvPr/>
        </p:nvSpPr>
        <p:spPr>
          <a:xfrm>
            <a:off x="974331" y="5062442"/>
            <a:ext cx="1479623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角丸四角形 62">
            <a:extLst>
              <a:ext uri="{FF2B5EF4-FFF2-40B4-BE49-F238E27FC236}">
                <a16:creationId xmlns:a16="http://schemas.microsoft.com/office/drawing/2014/main" id="{E0B2F708-0FBA-1C86-9913-EB0DCF33C76E}"/>
              </a:ext>
            </a:extLst>
          </p:cNvPr>
          <p:cNvSpPr/>
          <p:nvPr/>
        </p:nvSpPr>
        <p:spPr>
          <a:xfrm>
            <a:off x="1997731" y="5737108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角丸四角形 67">
            <a:extLst>
              <a:ext uri="{FF2B5EF4-FFF2-40B4-BE49-F238E27FC236}">
                <a16:creationId xmlns:a16="http://schemas.microsoft.com/office/drawing/2014/main" id="{54381929-2B57-ED8E-D911-107C77B7FF2C}"/>
              </a:ext>
            </a:extLst>
          </p:cNvPr>
          <p:cNvSpPr/>
          <p:nvPr/>
        </p:nvSpPr>
        <p:spPr>
          <a:xfrm>
            <a:off x="2682684" y="5737108"/>
            <a:ext cx="961198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角丸四角形 68">
            <a:extLst>
              <a:ext uri="{FF2B5EF4-FFF2-40B4-BE49-F238E27FC236}">
                <a16:creationId xmlns:a16="http://schemas.microsoft.com/office/drawing/2014/main" id="{062201D1-1F6A-BDE8-CCFC-152C0E6D9ABD}"/>
              </a:ext>
            </a:extLst>
          </p:cNvPr>
          <p:cNvSpPr/>
          <p:nvPr/>
        </p:nvSpPr>
        <p:spPr>
          <a:xfrm>
            <a:off x="3743868" y="5737108"/>
            <a:ext cx="4023563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角丸四角形 10">
            <a:extLst>
              <a:ext uri="{FF2B5EF4-FFF2-40B4-BE49-F238E27FC236}">
                <a16:creationId xmlns:a16="http://schemas.microsoft.com/office/drawing/2014/main" id="{0F0C6B07-5911-85A4-7B35-BB69E53D3A44}"/>
              </a:ext>
            </a:extLst>
          </p:cNvPr>
          <p:cNvSpPr/>
          <p:nvPr/>
        </p:nvSpPr>
        <p:spPr>
          <a:xfrm>
            <a:off x="4424786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角丸四角形 11">
            <a:extLst>
              <a:ext uri="{FF2B5EF4-FFF2-40B4-BE49-F238E27FC236}">
                <a16:creationId xmlns:a16="http://schemas.microsoft.com/office/drawing/2014/main" id="{DE5B7CC3-6CEF-C5B9-99ED-2D4906CC5587}"/>
              </a:ext>
            </a:extLst>
          </p:cNvPr>
          <p:cNvSpPr/>
          <p:nvPr/>
        </p:nvSpPr>
        <p:spPr>
          <a:xfrm>
            <a:off x="5113311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角丸四角形 12">
            <a:extLst>
              <a:ext uri="{FF2B5EF4-FFF2-40B4-BE49-F238E27FC236}">
                <a16:creationId xmlns:a16="http://schemas.microsoft.com/office/drawing/2014/main" id="{604CD74D-DDB3-6663-67AD-C66393D8C970}"/>
              </a:ext>
            </a:extLst>
          </p:cNvPr>
          <p:cNvSpPr/>
          <p:nvPr/>
        </p:nvSpPr>
        <p:spPr>
          <a:xfrm>
            <a:off x="5801837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角丸四角形 13">
            <a:extLst>
              <a:ext uri="{FF2B5EF4-FFF2-40B4-BE49-F238E27FC236}">
                <a16:creationId xmlns:a16="http://schemas.microsoft.com/office/drawing/2014/main" id="{6B4DB691-C5FE-9F4A-2D9F-E56AC31C88A7}"/>
              </a:ext>
            </a:extLst>
          </p:cNvPr>
          <p:cNvSpPr/>
          <p:nvPr/>
        </p:nvSpPr>
        <p:spPr>
          <a:xfrm>
            <a:off x="6490362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角丸四角形 14">
            <a:extLst>
              <a:ext uri="{FF2B5EF4-FFF2-40B4-BE49-F238E27FC236}">
                <a16:creationId xmlns:a16="http://schemas.microsoft.com/office/drawing/2014/main" id="{27ABA4DF-6BAD-3C23-9A22-DDA043CC3009}"/>
              </a:ext>
            </a:extLst>
          </p:cNvPr>
          <p:cNvSpPr/>
          <p:nvPr/>
        </p:nvSpPr>
        <p:spPr>
          <a:xfrm>
            <a:off x="7178888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角丸四角形 15">
            <a:extLst>
              <a:ext uri="{FF2B5EF4-FFF2-40B4-BE49-F238E27FC236}">
                <a16:creationId xmlns:a16="http://schemas.microsoft.com/office/drawing/2014/main" id="{B2F69D06-A7C5-5464-2F92-DAB66993E4C0}"/>
              </a:ext>
            </a:extLst>
          </p:cNvPr>
          <p:cNvSpPr/>
          <p:nvPr/>
        </p:nvSpPr>
        <p:spPr>
          <a:xfrm>
            <a:off x="786741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角丸四角形 16">
            <a:extLst>
              <a:ext uri="{FF2B5EF4-FFF2-40B4-BE49-F238E27FC236}">
                <a16:creationId xmlns:a16="http://schemas.microsoft.com/office/drawing/2014/main" id="{D1DB923D-2992-20B1-56F8-FF6DC11E8757}"/>
              </a:ext>
            </a:extLst>
          </p:cNvPr>
          <p:cNvSpPr/>
          <p:nvPr/>
        </p:nvSpPr>
        <p:spPr>
          <a:xfrm>
            <a:off x="8555939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角丸四角形 17">
            <a:extLst>
              <a:ext uri="{FF2B5EF4-FFF2-40B4-BE49-F238E27FC236}">
                <a16:creationId xmlns:a16="http://schemas.microsoft.com/office/drawing/2014/main" id="{1B656A50-F1A2-0476-BB45-B0F9AE356716}"/>
              </a:ext>
            </a:extLst>
          </p:cNvPr>
          <p:cNvSpPr/>
          <p:nvPr/>
        </p:nvSpPr>
        <p:spPr>
          <a:xfrm>
            <a:off x="9244464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1" name="角丸四角形 18">
            <a:extLst>
              <a:ext uri="{FF2B5EF4-FFF2-40B4-BE49-F238E27FC236}">
                <a16:creationId xmlns:a16="http://schemas.microsoft.com/office/drawing/2014/main" id="{D5777AC2-4A73-24C1-C698-D774BA5DE5B2}"/>
              </a:ext>
            </a:extLst>
          </p:cNvPr>
          <p:cNvSpPr/>
          <p:nvPr/>
        </p:nvSpPr>
        <p:spPr>
          <a:xfrm>
            <a:off x="9932990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角丸四角形 19">
            <a:extLst>
              <a:ext uri="{FF2B5EF4-FFF2-40B4-BE49-F238E27FC236}">
                <a16:creationId xmlns:a16="http://schemas.microsoft.com/office/drawing/2014/main" id="{FEEEBC8B-7671-2834-0A29-8CFA44533C08}"/>
              </a:ext>
            </a:extLst>
          </p:cNvPr>
          <p:cNvSpPr/>
          <p:nvPr/>
        </p:nvSpPr>
        <p:spPr>
          <a:xfrm>
            <a:off x="10621523" y="3038444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3" name="角丸四角形 25">
            <a:extLst>
              <a:ext uri="{FF2B5EF4-FFF2-40B4-BE49-F238E27FC236}">
                <a16:creationId xmlns:a16="http://schemas.microsoft.com/office/drawing/2014/main" id="{81B43CDE-E31A-C23A-5145-0776232E65B3}"/>
              </a:ext>
            </a:extLst>
          </p:cNvPr>
          <p:cNvSpPr/>
          <p:nvPr/>
        </p:nvSpPr>
        <p:spPr>
          <a:xfrm>
            <a:off x="4748259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角丸四角形 26">
            <a:extLst>
              <a:ext uri="{FF2B5EF4-FFF2-40B4-BE49-F238E27FC236}">
                <a16:creationId xmlns:a16="http://schemas.microsoft.com/office/drawing/2014/main" id="{9DFBD562-09E6-626C-D699-A43D1735DC43}"/>
              </a:ext>
            </a:extLst>
          </p:cNvPr>
          <p:cNvSpPr/>
          <p:nvPr/>
        </p:nvSpPr>
        <p:spPr>
          <a:xfrm>
            <a:off x="5436785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角丸四角形 27">
            <a:extLst>
              <a:ext uri="{FF2B5EF4-FFF2-40B4-BE49-F238E27FC236}">
                <a16:creationId xmlns:a16="http://schemas.microsoft.com/office/drawing/2014/main" id="{6008E60D-2E60-AB41-CE06-CBF532BEF9AD}"/>
              </a:ext>
            </a:extLst>
          </p:cNvPr>
          <p:cNvSpPr/>
          <p:nvPr/>
        </p:nvSpPr>
        <p:spPr>
          <a:xfrm>
            <a:off x="6125310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角丸四角形 28">
            <a:extLst>
              <a:ext uri="{FF2B5EF4-FFF2-40B4-BE49-F238E27FC236}">
                <a16:creationId xmlns:a16="http://schemas.microsoft.com/office/drawing/2014/main" id="{2B3F6694-EF74-0690-FA9D-41CD9E5FE496}"/>
              </a:ext>
            </a:extLst>
          </p:cNvPr>
          <p:cNvSpPr/>
          <p:nvPr/>
        </p:nvSpPr>
        <p:spPr>
          <a:xfrm>
            <a:off x="6813836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角丸四角形 29">
            <a:extLst>
              <a:ext uri="{FF2B5EF4-FFF2-40B4-BE49-F238E27FC236}">
                <a16:creationId xmlns:a16="http://schemas.microsoft.com/office/drawing/2014/main" id="{50C3B409-B5B1-8D37-9F9A-3BFA0E45F5F5}"/>
              </a:ext>
            </a:extLst>
          </p:cNvPr>
          <p:cNvSpPr/>
          <p:nvPr/>
        </p:nvSpPr>
        <p:spPr>
          <a:xfrm>
            <a:off x="7502361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角丸四角形 30">
            <a:extLst>
              <a:ext uri="{FF2B5EF4-FFF2-40B4-BE49-F238E27FC236}">
                <a16:creationId xmlns:a16="http://schemas.microsoft.com/office/drawing/2014/main" id="{BEA0FDE8-13CE-C8DA-A9D2-ABF1F5C40B3C}"/>
              </a:ext>
            </a:extLst>
          </p:cNvPr>
          <p:cNvSpPr/>
          <p:nvPr/>
        </p:nvSpPr>
        <p:spPr>
          <a:xfrm>
            <a:off x="8190887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角丸四角形 31">
            <a:extLst>
              <a:ext uri="{FF2B5EF4-FFF2-40B4-BE49-F238E27FC236}">
                <a16:creationId xmlns:a16="http://schemas.microsoft.com/office/drawing/2014/main" id="{6417891E-12A1-1995-EBF7-E3D0B626C2F8}"/>
              </a:ext>
            </a:extLst>
          </p:cNvPr>
          <p:cNvSpPr/>
          <p:nvPr/>
        </p:nvSpPr>
        <p:spPr>
          <a:xfrm>
            <a:off x="8879412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角丸四角形 32">
            <a:extLst>
              <a:ext uri="{FF2B5EF4-FFF2-40B4-BE49-F238E27FC236}">
                <a16:creationId xmlns:a16="http://schemas.microsoft.com/office/drawing/2014/main" id="{B89E9D64-FBF7-2F80-2025-F29B686CE07F}"/>
              </a:ext>
            </a:extLst>
          </p:cNvPr>
          <p:cNvSpPr/>
          <p:nvPr/>
        </p:nvSpPr>
        <p:spPr>
          <a:xfrm>
            <a:off x="9567938" y="3713110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角丸四角形 33">
            <a:extLst>
              <a:ext uri="{FF2B5EF4-FFF2-40B4-BE49-F238E27FC236}">
                <a16:creationId xmlns:a16="http://schemas.microsoft.com/office/drawing/2014/main" id="{E4EA0B71-0F8F-4193-156F-B4747822544F}"/>
              </a:ext>
            </a:extLst>
          </p:cNvPr>
          <p:cNvSpPr/>
          <p:nvPr/>
        </p:nvSpPr>
        <p:spPr>
          <a:xfrm>
            <a:off x="10256464" y="3713110"/>
            <a:ext cx="961205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角丸四角形 38">
            <a:extLst>
              <a:ext uri="{FF2B5EF4-FFF2-40B4-BE49-F238E27FC236}">
                <a16:creationId xmlns:a16="http://schemas.microsoft.com/office/drawing/2014/main" id="{A3B3FC6D-7C11-9827-56C8-7FD0E5A4938F}"/>
              </a:ext>
            </a:extLst>
          </p:cNvPr>
          <p:cNvSpPr/>
          <p:nvPr/>
        </p:nvSpPr>
        <p:spPr>
          <a:xfrm>
            <a:off x="4294400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角丸四角形 39">
            <a:extLst>
              <a:ext uri="{FF2B5EF4-FFF2-40B4-BE49-F238E27FC236}">
                <a16:creationId xmlns:a16="http://schemas.microsoft.com/office/drawing/2014/main" id="{B75D7504-06C4-3E3A-CF07-4AD2DCAFAFEF}"/>
              </a:ext>
            </a:extLst>
          </p:cNvPr>
          <p:cNvSpPr/>
          <p:nvPr/>
        </p:nvSpPr>
        <p:spPr>
          <a:xfrm>
            <a:off x="4982926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角丸四角形 40">
            <a:extLst>
              <a:ext uri="{FF2B5EF4-FFF2-40B4-BE49-F238E27FC236}">
                <a16:creationId xmlns:a16="http://schemas.microsoft.com/office/drawing/2014/main" id="{1E1A0835-D560-1124-3FA8-BBB24EB99837}"/>
              </a:ext>
            </a:extLst>
          </p:cNvPr>
          <p:cNvSpPr/>
          <p:nvPr/>
        </p:nvSpPr>
        <p:spPr>
          <a:xfrm>
            <a:off x="5671451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角丸四角形 41">
            <a:extLst>
              <a:ext uri="{FF2B5EF4-FFF2-40B4-BE49-F238E27FC236}">
                <a16:creationId xmlns:a16="http://schemas.microsoft.com/office/drawing/2014/main" id="{0D495FE4-84AF-ED5F-FE0C-FD4C9AF393C6}"/>
              </a:ext>
            </a:extLst>
          </p:cNvPr>
          <p:cNvSpPr/>
          <p:nvPr/>
        </p:nvSpPr>
        <p:spPr>
          <a:xfrm>
            <a:off x="6359977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 u="sng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角丸四角形 42">
            <a:extLst>
              <a:ext uri="{FF2B5EF4-FFF2-40B4-BE49-F238E27FC236}">
                <a16:creationId xmlns:a16="http://schemas.microsoft.com/office/drawing/2014/main" id="{11A5565B-0D1B-A0D8-C3F1-144D2F75EE48}"/>
              </a:ext>
            </a:extLst>
          </p:cNvPr>
          <p:cNvSpPr/>
          <p:nvPr/>
        </p:nvSpPr>
        <p:spPr>
          <a:xfrm>
            <a:off x="7048502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角丸四角形 43">
            <a:extLst>
              <a:ext uri="{FF2B5EF4-FFF2-40B4-BE49-F238E27FC236}">
                <a16:creationId xmlns:a16="http://schemas.microsoft.com/office/drawing/2014/main" id="{830EB1BE-0B3C-2B83-2653-6CD4D8BD21AC}"/>
              </a:ext>
            </a:extLst>
          </p:cNvPr>
          <p:cNvSpPr/>
          <p:nvPr/>
        </p:nvSpPr>
        <p:spPr>
          <a:xfrm>
            <a:off x="7737028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角丸四角形 44">
            <a:extLst>
              <a:ext uri="{FF2B5EF4-FFF2-40B4-BE49-F238E27FC236}">
                <a16:creationId xmlns:a16="http://schemas.microsoft.com/office/drawing/2014/main" id="{649816A8-E579-5B05-E8C0-6A261ACB5916}"/>
              </a:ext>
            </a:extLst>
          </p:cNvPr>
          <p:cNvSpPr/>
          <p:nvPr/>
        </p:nvSpPr>
        <p:spPr>
          <a:xfrm>
            <a:off x="8425553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9" name="角丸四角形 45">
            <a:extLst>
              <a:ext uri="{FF2B5EF4-FFF2-40B4-BE49-F238E27FC236}">
                <a16:creationId xmlns:a16="http://schemas.microsoft.com/office/drawing/2014/main" id="{DDE3721D-087C-E16A-3D38-E0E035F32D78}"/>
              </a:ext>
            </a:extLst>
          </p:cNvPr>
          <p:cNvSpPr/>
          <p:nvPr/>
        </p:nvSpPr>
        <p:spPr>
          <a:xfrm>
            <a:off x="9114079" y="4387776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角丸四角形 46">
            <a:extLst>
              <a:ext uri="{FF2B5EF4-FFF2-40B4-BE49-F238E27FC236}">
                <a16:creationId xmlns:a16="http://schemas.microsoft.com/office/drawing/2014/main" id="{4C2650C2-8F4F-FEA8-5F94-A7282B03322B}"/>
              </a:ext>
            </a:extLst>
          </p:cNvPr>
          <p:cNvSpPr/>
          <p:nvPr/>
        </p:nvSpPr>
        <p:spPr>
          <a:xfrm>
            <a:off x="9802604" y="4387776"/>
            <a:ext cx="1415064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角丸四角形 52">
            <a:extLst>
              <a:ext uri="{FF2B5EF4-FFF2-40B4-BE49-F238E27FC236}">
                <a16:creationId xmlns:a16="http://schemas.microsoft.com/office/drawing/2014/main" id="{F229ABFC-E6E3-832A-EE59-444F8B37C067}"/>
              </a:ext>
            </a:extLst>
          </p:cNvPr>
          <p:cNvSpPr/>
          <p:nvPr/>
        </p:nvSpPr>
        <p:spPr>
          <a:xfrm>
            <a:off x="4611915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2" name="角丸四角形 53">
            <a:extLst>
              <a:ext uri="{FF2B5EF4-FFF2-40B4-BE49-F238E27FC236}">
                <a16:creationId xmlns:a16="http://schemas.microsoft.com/office/drawing/2014/main" id="{55CCF71F-1C9C-E0B2-B8FB-2A3CD526D760}"/>
              </a:ext>
            </a:extLst>
          </p:cNvPr>
          <p:cNvSpPr/>
          <p:nvPr/>
        </p:nvSpPr>
        <p:spPr>
          <a:xfrm>
            <a:off x="5300440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角丸四角形 54">
            <a:extLst>
              <a:ext uri="{FF2B5EF4-FFF2-40B4-BE49-F238E27FC236}">
                <a16:creationId xmlns:a16="http://schemas.microsoft.com/office/drawing/2014/main" id="{EFC32B06-9246-ED93-396A-C228A9918554}"/>
              </a:ext>
            </a:extLst>
          </p:cNvPr>
          <p:cNvSpPr/>
          <p:nvPr/>
        </p:nvSpPr>
        <p:spPr>
          <a:xfrm>
            <a:off x="5988966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角丸四角形 55">
            <a:extLst>
              <a:ext uri="{FF2B5EF4-FFF2-40B4-BE49-F238E27FC236}">
                <a16:creationId xmlns:a16="http://schemas.microsoft.com/office/drawing/2014/main" id="{71C3CB0E-26D0-96EF-58F5-E9E17A5435AC}"/>
              </a:ext>
            </a:extLst>
          </p:cNvPr>
          <p:cNvSpPr/>
          <p:nvPr/>
        </p:nvSpPr>
        <p:spPr>
          <a:xfrm>
            <a:off x="6677491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5" name="角丸四角形 56">
            <a:extLst>
              <a:ext uri="{FF2B5EF4-FFF2-40B4-BE49-F238E27FC236}">
                <a16:creationId xmlns:a16="http://schemas.microsoft.com/office/drawing/2014/main" id="{74732300-25CD-72EE-811A-72C89F5CEAA7}"/>
              </a:ext>
            </a:extLst>
          </p:cNvPr>
          <p:cNvSpPr/>
          <p:nvPr/>
        </p:nvSpPr>
        <p:spPr>
          <a:xfrm>
            <a:off x="7366017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6" name="角丸四角形 57">
            <a:extLst>
              <a:ext uri="{FF2B5EF4-FFF2-40B4-BE49-F238E27FC236}">
                <a16:creationId xmlns:a16="http://schemas.microsoft.com/office/drawing/2014/main" id="{C9CB8158-9246-BFAE-F7AD-0A3DA1E21194}"/>
              </a:ext>
            </a:extLst>
          </p:cNvPr>
          <p:cNvSpPr/>
          <p:nvPr/>
        </p:nvSpPr>
        <p:spPr>
          <a:xfrm>
            <a:off x="8054542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7" name="角丸四角形 58">
            <a:extLst>
              <a:ext uri="{FF2B5EF4-FFF2-40B4-BE49-F238E27FC236}">
                <a16:creationId xmlns:a16="http://schemas.microsoft.com/office/drawing/2014/main" id="{5B94D0EB-8A61-FF67-5131-F5CCD6EF68E8}"/>
              </a:ext>
            </a:extLst>
          </p:cNvPr>
          <p:cNvSpPr/>
          <p:nvPr/>
        </p:nvSpPr>
        <p:spPr>
          <a:xfrm>
            <a:off x="8743068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角丸四角形 59">
            <a:extLst>
              <a:ext uri="{FF2B5EF4-FFF2-40B4-BE49-F238E27FC236}">
                <a16:creationId xmlns:a16="http://schemas.microsoft.com/office/drawing/2014/main" id="{E59B87D3-1BFA-7195-E017-B533A555D65B}"/>
              </a:ext>
            </a:extLst>
          </p:cNvPr>
          <p:cNvSpPr/>
          <p:nvPr/>
        </p:nvSpPr>
        <p:spPr>
          <a:xfrm>
            <a:off x="9421913" y="5062442"/>
            <a:ext cx="1097544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角丸四角形 61">
            <a:extLst>
              <a:ext uri="{FF2B5EF4-FFF2-40B4-BE49-F238E27FC236}">
                <a16:creationId xmlns:a16="http://schemas.microsoft.com/office/drawing/2014/main" id="{1EE91400-A06E-15CE-5401-81C9B8190555}"/>
              </a:ext>
            </a:extLst>
          </p:cNvPr>
          <p:cNvSpPr/>
          <p:nvPr/>
        </p:nvSpPr>
        <p:spPr>
          <a:xfrm>
            <a:off x="10621523" y="5062442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角丸四角形 66">
            <a:extLst>
              <a:ext uri="{FF2B5EF4-FFF2-40B4-BE49-F238E27FC236}">
                <a16:creationId xmlns:a16="http://schemas.microsoft.com/office/drawing/2014/main" id="{8DE3D61F-E397-17FD-1E5D-D50BBD9AB28D}"/>
              </a:ext>
            </a:extLst>
          </p:cNvPr>
          <p:cNvSpPr/>
          <p:nvPr/>
        </p:nvSpPr>
        <p:spPr>
          <a:xfrm>
            <a:off x="8879414" y="5737108"/>
            <a:ext cx="596146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角丸四角形 69">
            <a:extLst>
              <a:ext uri="{FF2B5EF4-FFF2-40B4-BE49-F238E27FC236}">
                <a16:creationId xmlns:a16="http://schemas.microsoft.com/office/drawing/2014/main" id="{8DF1E514-90F6-D751-A99A-E539676D7DC2}"/>
              </a:ext>
            </a:extLst>
          </p:cNvPr>
          <p:cNvSpPr/>
          <p:nvPr/>
        </p:nvSpPr>
        <p:spPr>
          <a:xfrm>
            <a:off x="7857731" y="5737108"/>
            <a:ext cx="912014" cy="597162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ja-JP" altLang="en-US" sz="1600">
              <a:solidFill>
                <a:schemeClr val="bg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40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fade">
      <a:dk1>
        <a:srgbClr val="8FA06B"/>
      </a:dk1>
      <a:lt1>
        <a:srgbClr val="FFFFFF"/>
      </a:lt1>
      <a:dk2>
        <a:srgbClr val="0E1938"/>
      </a:dk2>
      <a:lt2>
        <a:srgbClr val="4A5F80"/>
      </a:lt2>
      <a:accent1>
        <a:srgbClr val="A82835"/>
      </a:accent1>
      <a:accent2>
        <a:srgbClr val="517BAF"/>
      </a:accent2>
      <a:accent3>
        <a:srgbClr val="C7B36A"/>
      </a:accent3>
      <a:accent4>
        <a:srgbClr val="3F6F73"/>
      </a:accent4>
      <a:accent5>
        <a:srgbClr val="5A4B6E"/>
      </a:accent5>
      <a:accent6>
        <a:srgbClr val="A97F63"/>
      </a:accent6>
      <a:hlink>
        <a:srgbClr val="2980B9"/>
      </a:hlink>
      <a:folHlink>
        <a:srgbClr val="8E44AD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defRPr smtClean="0">
            <a:solidFill>
              <a:schemeClr val="bg1"/>
            </a:solidFill>
            <a:latin typeface="Cascadia Code" panose="020B0609020000020004" pitchFamily="49" charset="0"/>
            <a:cs typeface="Cascadia Code" panose="020B06090200000200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z="2400" smtClean="0">
            <a:solidFill>
              <a:schemeClr val="bg1"/>
            </a:solidFill>
            <a:latin typeface="Cascadia Code" panose="020B0609020000020004" pitchFamily="49" charset="0"/>
            <a:ea typeface="Cascadia Code" panose="020B0609020000020004" pitchFamily="49" charset="0"/>
            <a:cs typeface="Cascadia Code" panose="020B06090200000200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ual2.potx" id="{C7FBBB7E-9AF3-4E06-BCD3-24169F562617}" vid="{481AD211-6D90-4A39-AF05-E78C8FB064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Manual2</Template>
  <TotalTime>2056</TotalTime>
  <Words>793</Words>
  <Application>Microsoft Office PowerPoint</Application>
  <PresentationFormat>ワイド画面</PresentationFormat>
  <Paragraphs>469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 UI</vt:lpstr>
      <vt:lpstr>メイリオ</vt:lpstr>
      <vt:lpstr>游ゴシック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 ito</dc:creator>
  <cp:lastModifiedBy>sh ito</cp:lastModifiedBy>
  <cp:revision>1</cp:revision>
  <dcterms:created xsi:type="dcterms:W3CDTF">2026-05-04T10:07:46Z</dcterms:created>
  <dcterms:modified xsi:type="dcterms:W3CDTF">2026-05-05T22:46:10Z</dcterms:modified>
</cp:coreProperties>
</file>